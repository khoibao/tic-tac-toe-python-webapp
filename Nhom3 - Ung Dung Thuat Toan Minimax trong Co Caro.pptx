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 autoCompressPictures="0">
  <p:sldMasterIdLst>
    <p:sldMasterId id="2147483660" r:id="rId1"/>
  </p:sldMasterIdLst>
  <p:notesMasterIdLst>
    <p:notesMasterId r:id="rId32"/>
  </p:notesMasterIdLst>
  <p:sldIdLst>
    <p:sldId id="378" r:id="rId2"/>
    <p:sldId id="379" r:id="rId3"/>
    <p:sldId id="380" r:id="rId4"/>
    <p:sldId id="381" r:id="rId5"/>
    <p:sldId id="441" r:id="rId6"/>
    <p:sldId id="383" r:id="rId7"/>
    <p:sldId id="455" r:id="rId8"/>
    <p:sldId id="456" r:id="rId9"/>
    <p:sldId id="457" r:id="rId10"/>
    <p:sldId id="386" r:id="rId11"/>
    <p:sldId id="385" r:id="rId12"/>
    <p:sldId id="448" r:id="rId13"/>
    <p:sldId id="462" r:id="rId14"/>
    <p:sldId id="443" r:id="rId15"/>
    <p:sldId id="450" r:id="rId16"/>
    <p:sldId id="447" r:id="rId17"/>
    <p:sldId id="440" r:id="rId18"/>
    <p:sldId id="458" r:id="rId19"/>
    <p:sldId id="439" r:id="rId20"/>
    <p:sldId id="437" r:id="rId21"/>
    <p:sldId id="449" r:id="rId22"/>
    <p:sldId id="451" r:id="rId23"/>
    <p:sldId id="444" r:id="rId24"/>
    <p:sldId id="446" r:id="rId25"/>
    <p:sldId id="445" r:id="rId26"/>
    <p:sldId id="452" r:id="rId27"/>
    <p:sldId id="453" r:id="rId28"/>
    <p:sldId id="454" r:id="rId29"/>
    <p:sldId id="459" r:id="rId30"/>
    <p:sldId id="415" r:id="rId31"/>
  </p:sldIdLst>
  <p:sldSz cx="12192000" cy="6858000"/>
  <p:notesSz cx="6858000" cy="9144000"/>
  <p:defaultTextStyle>
    <a:defPPr>
      <a:defRPr lang="x-non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Bao Khoi Nguyen" initials="BN" lastIdx="14" clrIdx="0">
    <p:extLst>
      <p:ext uri="{19B8F6BF-5375-455C-9EA6-DF929625EA0E}">
        <p15:presenceInfo xmlns:p15="http://schemas.microsoft.com/office/powerpoint/2012/main" userId="0602a762429aed9e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034EA2"/>
    <a:srgbClr val="2072B7"/>
    <a:srgbClr val="62E91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375" autoAdjust="0"/>
    <p:restoredTop sz="95829" autoAdjust="0"/>
  </p:normalViewPr>
  <p:slideViewPr>
    <p:cSldViewPr snapToGrid="0">
      <p:cViewPr varScale="1">
        <p:scale>
          <a:sx n="115" d="100"/>
          <a:sy n="115" d="100"/>
        </p:scale>
        <p:origin x="42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E4A697E-941C-4776-893F-36FFC9C5241D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8BF77C9-2925-486C-A019-A6E1156CF9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69608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1FA5C7D-F076-ABAB-28ED-936E6476926A}"/>
              </a:ext>
            </a:extLst>
          </p:cNvPr>
          <p:cNvSpPr/>
          <p:nvPr userDrawn="1"/>
        </p:nvSpPr>
        <p:spPr>
          <a:xfrm>
            <a:off x="0" y="-8444"/>
            <a:ext cx="12192000" cy="71336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 sz="180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6CBF138-DDAA-03AE-2BFD-F0E6E77D0894}"/>
              </a:ext>
            </a:extLst>
          </p:cNvPr>
          <p:cNvSpPr/>
          <p:nvPr userDrawn="1"/>
        </p:nvSpPr>
        <p:spPr>
          <a:xfrm>
            <a:off x="1775458" y="6721474"/>
            <a:ext cx="10416543" cy="136562"/>
          </a:xfrm>
          <a:custGeom>
            <a:avLst/>
            <a:gdLst>
              <a:gd name="connsiteX0" fmla="*/ 0 w 8093413"/>
              <a:gd name="connsiteY0" fmla="*/ 0 h 133200"/>
              <a:gd name="connsiteX1" fmla="*/ 8093413 w 8093413"/>
              <a:gd name="connsiteY1" fmla="*/ 0 h 133200"/>
              <a:gd name="connsiteX2" fmla="*/ 8093413 w 8093413"/>
              <a:gd name="connsiteY2" fmla="*/ 133200 h 133200"/>
              <a:gd name="connsiteX3" fmla="*/ 0 w 8093413"/>
              <a:gd name="connsiteY3" fmla="*/ 133200 h 133200"/>
              <a:gd name="connsiteX4" fmla="*/ 0 w 8093413"/>
              <a:gd name="connsiteY4" fmla="*/ 0 h 133200"/>
              <a:gd name="connsiteX0" fmla="*/ 94130 w 8187543"/>
              <a:gd name="connsiteY0" fmla="*/ 0 h 136562"/>
              <a:gd name="connsiteX1" fmla="*/ 8187543 w 8187543"/>
              <a:gd name="connsiteY1" fmla="*/ 0 h 136562"/>
              <a:gd name="connsiteX2" fmla="*/ 8187543 w 8187543"/>
              <a:gd name="connsiteY2" fmla="*/ 133200 h 136562"/>
              <a:gd name="connsiteX3" fmla="*/ 0 w 8187543"/>
              <a:gd name="connsiteY3" fmla="*/ 136562 h 136562"/>
              <a:gd name="connsiteX4" fmla="*/ 94130 w 8187543"/>
              <a:gd name="connsiteY4" fmla="*/ 0 h 1365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187543" h="136562">
                <a:moveTo>
                  <a:pt x="94130" y="0"/>
                </a:moveTo>
                <a:lnTo>
                  <a:pt x="8187543" y="0"/>
                </a:lnTo>
                <a:lnTo>
                  <a:pt x="8187543" y="133200"/>
                </a:lnTo>
                <a:lnTo>
                  <a:pt x="0" y="136562"/>
                </a:lnTo>
                <a:lnTo>
                  <a:pt x="9413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x-none" sz="1800"/>
              <a:t> 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A6B26E30-45B4-E434-42E3-BFE66D53EBB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828826" y="6739175"/>
            <a:ext cx="10363148" cy="101806"/>
          </a:xfrm>
          <a:prstGeom prst="rect">
            <a:avLst/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86417" y="6424630"/>
            <a:ext cx="505557" cy="365125"/>
          </a:xfrm>
        </p:spPr>
        <p:txBody>
          <a:bodyPr/>
          <a:lstStyle>
            <a:lvl1pPr>
              <a:defRPr sz="2000">
                <a:solidFill>
                  <a:schemeClr val="bg1"/>
                </a:solidFill>
              </a:defRPr>
            </a:lvl1pPr>
          </a:lstStyle>
          <a:p>
            <a:fld id="{D379440A-2DED-3643-ADED-9B5C83E7D828}" type="slidenum">
              <a:rPr lang="x-none" smtClean="0"/>
              <a:pPr/>
              <a:t>‹#›</a:t>
            </a:fld>
            <a:endParaRPr lang="x-none"/>
          </a:p>
        </p:txBody>
      </p:sp>
      <p:pic>
        <p:nvPicPr>
          <p:cNvPr id="20" name="Picture 19" descr="A building with trees in the background&#10;&#10;Description automatically generated">
            <a:extLst>
              <a:ext uri="{FF2B5EF4-FFF2-40B4-BE49-F238E27FC236}">
                <a16:creationId xmlns:a16="http://schemas.microsoft.com/office/drawing/2014/main" id="{633C415B-DE87-6E90-4B13-A134B02EF45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10160" y="5045074"/>
            <a:ext cx="12202160" cy="1676400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C088D834-70EE-F737-6AE1-030852F6AA55}"/>
              </a:ext>
            </a:extLst>
          </p:cNvPr>
          <p:cNvSpPr txBox="1"/>
          <p:nvPr userDrawn="1"/>
        </p:nvSpPr>
        <p:spPr>
          <a:xfrm>
            <a:off x="2545718" y="32083"/>
            <a:ext cx="709040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8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BỘ CÔNG THƯƠNG</a:t>
            </a:r>
          </a:p>
          <a:p>
            <a:pPr algn="ctr"/>
            <a:r>
              <a:rPr lang="en-US"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TRƯỜNG ĐẠI HỌC CÔNG THƯƠNG THÀNH PHỐ HỒ CHÍ MINH</a:t>
            </a:r>
            <a:endParaRPr lang="x-none" sz="1800" b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3" name="Picture 22" descr="A white circle with blue and red text and a book with a graduation cap&#10;&#10;Description automatically generated">
            <a:extLst>
              <a:ext uri="{FF2B5EF4-FFF2-40B4-BE49-F238E27FC236}">
                <a16:creationId xmlns:a16="http://schemas.microsoft.com/office/drawing/2014/main" id="{CC7CB636-E017-BD51-B7F7-2797B5CEAFFA}"/>
              </a:ext>
            </a:extLst>
          </p:cNvPr>
          <p:cNvPicPr>
            <a:picLocks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56133" y="18061"/>
            <a:ext cx="666000" cy="66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90231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A7D56CA0-7F99-A73F-EC74-87E2C37C45F8}"/>
              </a:ext>
            </a:extLst>
          </p:cNvPr>
          <p:cNvSpPr/>
          <p:nvPr userDrawn="1"/>
        </p:nvSpPr>
        <p:spPr>
          <a:xfrm>
            <a:off x="0" y="-8444"/>
            <a:ext cx="12192000" cy="71336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884305"/>
            <a:ext cx="10515600" cy="8063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0" name="Picture 9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636941E3-E3EC-8EF3-53CB-96FCF404C8E3}"/>
              </a:ext>
            </a:extLst>
          </p:cNvPr>
          <p:cNvPicPr>
            <a:picLocks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18618" y="2224"/>
            <a:ext cx="3290400" cy="685072"/>
          </a:xfrm>
          <a:prstGeom prst="rect">
            <a:avLst/>
          </a:prstGeom>
        </p:spPr>
      </p:pic>
      <p:sp>
        <p:nvSpPr>
          <p:cNvPr id="11" name="Rectangle 11">
            <a:extLst>
              <a:ext uri="{FF2B5EF4-FFF2-40B4-BE49-F238E27FC236}">
                <a16:creationId xmlns:a16="http://schemas.microsoft.com/office/drawing/2014/main" id="{D433E92D-1893-9769-8444-34EEDD3F24BC}"/>
              </a:ext>
            </a:extLst>
          </p:cNvPr>
          <p:cNvSpPr/>
          <p:nvPr userDrawn="1"/>
        </p:nvSpPr>
        <p:spPr>
          <a:xfrm>
            <a:off x="1775458" y="6721474"/>
            <a:ext cx="10416543" cy="136562"/>
          </a:xfrm>
          <a:custGeom>
            <a:avLst/>
            <a:gdLst>
              <a:gd name="connsiteX0" fmla="*/ 0 w 8093413"/>
              <a:gd name="connsiteY0" fmla="*/ 0 h 133200"/>
              <a:gd name="connsiteX1" fmla="*/ 8093413 w 8093413"/>
              <a:gd name="connsiteY1" fmla="*/ 0 h 133200"/>
              <a:gd name="connsiteX2" fmla="*/ 8093413 w 8093413"/>
              <a:gd name="connsiteY2" fmla="*/ 133200 h 133200"/>
              <a:gd name="connsiteX3" fmla="*/ 0 w 8093413"/>
              <a:gd name="connsiteY3" fmla="*/ 133200 h 133200"/>
              <a:gd name="connsiteX4" fmla="*/ 0 w 8093413"/>
              <a:gd name="connsiteY4" fmla="*/ 0 h 133200"/>
              <a:gd name="connsiteX0" fmla="*/ 94130 w 8187543"/>
              <a:gd name="connsiteY0" fmla="*/ 0 h 136562"/>
              <a:gd name="connsiteX1" fmla="*/ 8187543 w 8187543"/>
              <a:gd name="connsiteY1" fmla="*/ 0 h 136562"/>
              <a:gd name="connsiteX2" fmla="*/ 8187543 w 8187543"/>
              <a:gd name="connsiteY2" fmla="*/ 133200 h 136562"/>
              <a:gd name="connsiteX3" fmla="*/ 0 w 8187543"/>
              <a:gd name="connsiteY3" fmla="*/ 136562 h 136562"/>
              <a:gd name="connsiteX4" fmla="*/ 94130 w 8187543"/>
              <a:gd name="connsiteY4" fmla="*/ 0 h 1365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187543" h="136562">
                <a:moveTo>
                  <a:pt x="94130" y="0"/>
                </a:moveTo>
                <a:lnTo>
                  <a:pt x="8187543" y="0"/>
                </a:lnTo>
                <a:lnTo>
                  <a:pt x="8187543" y="133200"/>
                </a:lnTo>
                <a:lnTo>
                  <a:pt x="0" y="136562"/>
                </a:lnTo>
                <a:lnTo>
                  <a:pt x="9413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x-none" sz="1800"/>
              <a:t> 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550C907-0A3F-10BA-C15C-CA461460FE9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828826" y="6739175"/>
            <a:ext cx="10363148" cy="101806"/>
          </a:xfrm>
          <a:prstGeom prst="rect">
            <a:avLst/>
          </a:prstGeom>
        </p:spPr>
      </p:pic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FB4E7459-A8A2-5081-F907-74BAE4176E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86417" y="6424630"/>
            <a:ext cx="505557" cy="365125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fld id="{D379440A-2DED-3643-ADED-9B5C83E7D828}" type="slidenum">
              <a:rPr lang="x-none" smtClean="0"/>
              <a:pPr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6779584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FDCC048-85E1-D9DE-466A-D5EAB21DAFC6}"/>
              </a:ext>
            </a:extLst>
          </p:cNvPr>
          <p:cNvSpPr/>
          <p:nvPr userDrawn="1"/>
        </p:nvSpPr>
        <p:spPr>
          <a:xfrm>
            <a:off x="0" y="-8444"/>
            <a:ext cx="12192000" cy="71336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 sz="1800"/>
          </a:p>
        </p:txBody>
      </p:sp>
      <p:sp>
        <p:nvSpPr>
          <p:cNvPr id="9" name="Rectangle 11">
            <a:extLst>
              <a:ext uri="{FF2B5EF4-FFF2-40B4-BE49-F238E27FC236}">
                <a16:creationId xmlns:a16="http://schemas.microsoft.com/office/drawing/2014/main" id="{0547C463-86A8-9ADB-B42F-6F8F911146A4}"/>
              </a:ext>
            </a:extLst>
          </p:cNvPr>
          <p:cNvSpPr/>
          <p:nvPr userDrawn="1"/>
        </p:nvSpPr>
        <p:spPr>
          <a:xfrm>
            <a:off x="1775458" y="6721474"/>
            <a:ext cx="10416543" cy="136562"/>
          </a:xfrm>
          <a:custGeom>
            <a:avLst/>
            <a:gdLst>
              <a:gd name="connsiteX0" fmla="*/ 0 w 8093413"/>
              <a:gd name="connsiteY0" fmla="*/ 0 h 133200"/>
              <a:gd name="connsiteX1" fmla="*/ 8093413 w 8093413"/>
              <a:gd name="connsiteY1" fmla="*/ 0 h 133200"/>
              <a:gd name="connsiteX2" fmla="*/ 8093413 w 8093413"/>
              <a:gd name="connsiteY2" fmla="*/ 133200 h 133200"/>
              <a:gd name="connsiteX3" fmla="*/ 0 w 8093413"/>
              <a:gd name="connsiteY3" fmla="*/ 133200 h 133200"/>
              <a:gd name="connsiteX4" fmla="*/ 0 w 8093413"/>
              <a:gd name="connsiteY4" fmla="*/ 0 h 133200"/>
              <a:gd name="connsiteX0" fmla="*/ 94130 w 8187543"/>
              <a:gd name="connsiteY0" fmla="*/ 0 h 136562"/>
              <a:gd name="connsiteX1" fmla="*/ 8187543 w 8187543"/>
              <a:gd name="connsiteY1" fmla="*/ 0 h 136562"/>
              <a:gd name="connsiteX2" fmla="*/ 8187543 w 8187543"/>
              <a:gd name="connsiteY2" fmla="*/ 133200 h 136562"/>
              <a:gd name="connsiteX3" fmla="*/ 0 w 8187543"/>
              <a:gd name="connsiteY3" fmla="*/ 136562 h 136562"/>
              <a:gd name="connsiteX4" fmla="*/ 94130 w 8187543"/>
              <a:gd name="connsiteY4" fmla="*/ 0 h 1365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187543" h="136562">
                <a:moveTo>
                  <a:pt x="94130" y="0"/>
                </a:moveTo>
                <a:lnTo>
                  <a:pt x="8187543" y="0"/>
                </a:lnTo>
                <a:lnTo>
                  <a:pt x="8187543" y="133200"/>
                </a:lnTo>
                <a:lnTo>
                  <a:pt x="0" y="136562"/>
                </a:lnTo>
                <a:lnTo>
                  <a:pt x="9413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x-none" sz="1800"/>
              <a:t> 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C2EE3A5-6242-A6B2-F6B4-2094B545F5E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828826" y="6739175"/>
            <a:ext cx="10363148" cy="101806"/>
          </a:xfrm>
          <a:prstGeom prst="rect">
            <a:avLst/>
          </a:prstGeom>
        </p:spPr>
      </p:pic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A9473FA4-C6C6-7E97-AACE-A35CFDAB76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86417" y="6424630"/>
            <a:ext cx="505557" cy="365125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fld id="{D379440A-2DED-3643-ADED-9B5C83E7D828}" type="slidenum">
              <a:rPr lang="x-none" smtClean="0"/>
              <a:pPr/>
              <a:t>‹#›</a:t>
            </a:fld>
            <a:endParaRPr lang="x-none"/>
          </a:p>
        </p:txBody>
      </p:sp>
      <p:pic>
        <p:nvPicPr>
          <p:cNvPr id="6" name="Picture 5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A632828F-0B4F-8119-5B19-088A1173C903}"/>
              </a:ext>
            </a:extLst>
          </p:cNvPr>
          <p:cNvPicPr>
            <a:picLocks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18618" y="2224"/>
            <a:ext cx="3290400" cy="685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1189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7EE82EC-C435-7D46-EFDD-D5C6A244EEA6}"/>
              </a:ext>
            </a:extLst>
          </p:cNvPr>
          <p:cNvSpPr/>
          <p:nvPr userDrawn="1"/>
        </p:nvSpPr>
        <p:spPr>
          <a:xfrm>
            <a:off x="0" y="-8444"/>
            <a:ext cx="12192000" cy="71336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977329"/>
            <a:ext cx="10515600" cy="713361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0" name="Rectangle 11">
            <a:extLst>
              <a:ext uri="{FF2B5EF4-FFF2-40B4-BE49-F238E27FC236}">
                <a16:creationId xmlns:a16="http://schemas.microsoft.com/office/drawing/2014/main" id="{CE50E531-FF89-E7A1-EC42-5664726867C2}"/>
              </a:ext>
            </a:extLst>
          </p:cNvPr>
          <p:cNvSpPr/>
          <p:nvPr userDrawn="1"/>
        </p:nvSpPr>
        <p:spPr>
          <a:xfrm>
            <a:off x="1775458" y="6721474"/>
            <a:ext cx="10416543" cy="136562"/>
          </a:xfrm>
          <a:custGeom>
            <a:avLst/>
            <a:gdLst>
              <a:gd name="connsiteX0" fmla="*/ 0 w 8093413"/>
              <a:gd name="connsiteY0" fmla="*/ 0 h 133200"/>
              <a:gd name="connsiteX1" fmla="*/ 8093413 w 8093413"/>
              <a:gd name="connsiteY1" fmla="*/ 0 h 133200"/>
              <a:gd name="connsiteX2" fmla="*/ 8093413 w 8093413"/>
              <a:gd name="connsiteY2" fmla="*/ 133200 h 133200"/>
              <a:gd name="connsiteX3" fmla="*/ 0 w 8093413"/>
              <a:gd name="connsiteY3" fmla="*/ 133200 h 133200"/>
              <a:gd name="connsiteX4" fmla="*/ 0 w 8093413"/>
              <a:gd name="connsiteY4" fmla="*/ 0 h 133200"/>
              <a:gd name="connsiteX0" fmla="*/ 94130 w 8187543"/>
              <a:gd name="connsiteY0" fmla="*/ 0 h 136562"/>
              <a:gd name="connsiteX1" fmla="*/ 8187543 w 8187543"/>
              <a:gd name="connsiteY1" fmla="*/ 0 h 136562"/>
              <a:gd name="connsiteX2" fmla="*/ 8187543 w 8187543"/>
              <a:gd name="connsiteY2" fmla="*/ 133200 h 136562"/>
              <a:gd name="connsiteX3" fmla="*/ 0 w 8187543"/>
              <a:gd name="connsiteY3" fmla="*/ 136562 h 136562"/>
              <a:gd name="connsiteX4" fmla="*/ 94130 w 8187543"/>
              <a:gd name="connsiteY4" fmla="*/ 0 h 1365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187543" h="136562">
                <a:moveTo>
                  <a:pt x="94130" y="0"/>
                </a:moveTo>
                <a:lnTo>
                  <a:pt x="8187543" y="0"/>
                </a:lnTo>
                <a:lnTo>
                  <a:pt x="8187543" y="133200"/>
                </a:lnTo>
                <a:lnTo>
                  <a:pt x="0" y="136562"/>
                </a:lnTo>
                <a:lnTo>
                  <a:pt x="9413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x-none" sz="1800"/>
              <a:t> 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A4D41C0-EECC-510F-3124-F7EBC163F88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828826" y="6739175"/>
            <a:ext cx="10363148" cy="101806"/>
          </a:xfrm>
          <a:prstGeom prst="rect">
            <a:avLst/>
          </a:prstGeom>
        </p:spPr>
      </p:pic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41F0268C-2917-2762-4664-C6ACF3587D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86417" y="6424630"/>
            <a:ext cx="505557" cy="365125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fld id="{D379440A-2DED-3643-ADED-9B5C83E7D828}" type="slidenum">
              <a:rPr lang="x-none" smtClean="0"/>
              <a:pPr/>
              <a:t>‹#›</a:t>
            </a:fld>
            <a:endParaRPr lang="x-none"/>
          </a:p>
        </p:txBody>
      </p:sp>
      <p:pic>
        <p:nvPicPr>
          <p:cNvPr id="5" name="Picture 4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F93BE15D-74FA-AED7-3D2B-A613D05E679B}"/>
              </a:ext>
            </a:extLst>
          </p:cNvPr>
          <p:cNvPicPr>
            <a:picLocks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18618" y="2224"/>
            <a:ext cx="3290400" cy="685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26840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BA13BF4-06A1-B98B-FD59-CA5020C120FA}"/>
              </a:ext>
            </a:extLst>
          </p:cNvPr>
          <p:cNvSpPr/>
          <p:nvPr userDrawn="1"/>
        </p:nvSpPr>
        <p:spPr>
          <a:xfrm>
            <a:off x="0" y="-8444"/>
            <a:ext cx="12192000" cy="71336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866777"/>
            <a:ext cx="10515600" cy="823912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28D1E83-C000-B443-17A1-67E172C1C81A}"/>
              </a:ext>
            </a:extLst>
          </p:cNvPr>
          <p:cNvSpPr/>
          <p:nvPr userDrawn="1"/>
        </p:nvSpPr>
        <p:spPr>
          <a:xfrm>
            <a:off x="1775458" y="6721474"/>
            <a:ext cx="10416543" cy="136562"/>
          </a:xfrm>
          <a:custGeom>
            <a:avLst/>
            <a:gdLst>
              <a:gd name="connsiteX0" fmla="*/ 0 w 8093413"/>
              <a:gd name="connsiteY0" fmla="*/ 0 h 133200"/>
              <a:gd name="connsiteX1" fmla="*/ 8093413 w 8093413"/>
              <a:gd name="connsiteY1" fmla="*/ 0 h 133200"/>
              <a:gd name="connsiteX2" fmla="*/ 8093413 w 8093413"/>
              <a:gd name="connsiteY2" fmla="*/ 133200 h 133200"/>
              <a:gd name="connsiteX3" fmla="*/ 0 w 8093413"/>
              <a:gd name="connsiteY3" fmla="*/ 133200 h 133200"/>
              <a:gd name="connsiteX4" fmla="*/ 0 w 8093413"/>
              <a:gd name="connsiteY4" fmla="*/ 0 h 133200"/>
              <a:gd name="connsiteX0" fmla="*/ 94130 w 8187543"/>
              <a:gd name="connsiteY0" fmla="*/ 0 h 136562"/>
              <a:gd name="connsiteX1" fmla="*/ 8187543 w 8187543"/>
              <a:gd name="connsiteY1" fmla="*/ 0 h 136562"/>
              <a:gd name="connsiteX2" fmla="*/ 8187543 w 8187543"/>
              <a:gd name="connsiteY2" fmla="*/ 133200 h 136562"/>
              <a:gd name="connsiteX3" fmla="*/ 0 w 8187543"/>
              <a:gd name="connsiteY3" fmla="*/ 136562 h 136562"/>
              <a:gd name="connsiteX4" fmla="*/ 94130 w 8187543"/>
              <a:gd name="connsiteY4" fmla="*/ 0 h 1365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187543" h="136562">
                <a:moveTo>
                  <a:pt x="94130" y="0"/>
                </a:moveTo>
                <a:lnTo>
                  <a:pt x="8187543" y="0"/>
                </a:lnTo>
                <a:lnTo>
                  <a:pt x="8187543" y="133200"/>
                </a:lnTo>
                <a:lnTo>
                  <a:pt x="0" y="136562"/>
                </a:lnTo>
                <a:lnTo>
                  <a:pt x="9413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x-none" sz="1800"/>
              <a:t> 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4F5B01C-A4C1-2548-9E99-49DA8F4F39A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828826" y="6739175"/>
            <a:ext cx="10363148" cy="101806"/>
          </a:xfrm>
          <a:prstGeom prst="rect">
            <a:avLst/>
          </a:prstGeom>
        </p:spPr>
      </p:pic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9D622E35-ED11-3E1D-3267-FB7969EBB6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86417" y="6424630"/>
            <a:ext cx="505557" cy="365125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fld id="{D379440A-2DED-3643-ADED-9B5C83E7D828}" type="slidenum">
              <a:rPr lang="x-none" smtClean="0"/>
              <a:pPr/>
              <a:t>‹#›</a:t>
            </a:fld>
            <a:endParaRPr lang="x-none"/>
          </a:p>
        </p:txBody>
      </p:sp>
      <p:pic>
        <p:nvPicPr>
          <p:cNvPr id="7" name="Picture 6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2F168AC0-F6F3-71BB-BDB7-D14C957BCB1E}"/>
              </a:ext>
            </a:extLst>
          </p:cNvPr>
          <p:cNvPicPr>
            <a:picLocks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18618" y="2224"/>
            <a:ext cx="3290400" cy="685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17843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AA521EA7-200B-F8EF-FA1A-AF68F6EAFB52}"/>
              </a:ext>
            </a:extLst>
          </p:cNvPr>
          <p:cNvSpPr/>
          <p:nvPr userDrawn="1"/>
        </p:nvSpPr>
        <p:spPr>
          <a:xfrm>
            <a:off x="0" y="-8444"/>
            <a:ext cx="12192000" cy="71336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874059"/>
            <a:ext cx="10515600" cy="81663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Rectangle 11">
            <a:extLst>
              <a:ext uri="{FF2B5EF4-FFF2-40B4-BE49-F238E27FC236}">
                <a16:creationId xmlns:a16="http://schemas.microsoft.com/office/drawing/2014/main" id="{C62A9323-B343-0333-2A84-AB84726F1555}"/>
              </a:ext>
            </a:extLst>
          </p:cNvPr>
          <p:cNvSpPr/>
          <p:nvPr userDrawn="1"/>
        </p:nvSpPr>
        <p:spPr>
          <a:xfrm>
            <a:off x="1775458" y="6721474"/>
            <a:ext cx="10416543" cy="136562"/>
          </a:xfrm>
          <a:custGeom>
            <a:avLst/>
            <a:gdLst>
              <a:gd name="connsiteX0" fmla="*/ 0 w 8093413"/>
              <a:gd name="connsiteY0" fmla="*/ 0 h 133200"/>
              <a:gd name="connsiteX1" fmla="*/ 8093413 w 8093413"/>
              <a:gd name="connsiteY1" fmla="*/ 0 h 133200"/>
              <a:gd name="connsiteX2" fmla="*/ 8093413 w 8093413"/>
              <a:gd name="connsiteY2" fmla="*/ 133200 h 133200"/>
              <a:gd name="connsiteX3" fmla="*/ 0 w 8093413"/>
              <a:gd name="connsiteY3" fmla="*/ 133200 h 133200"/>
              <a:gd name="connsiteX4" fmla="*/ 0 w 8093413"/>
              <a:gd name="connsiteY4" fmla="*/ 0 h 133200"/>
              <a:gd name="connsiteX0" fmla="*/ 94130 w 8187543"/>
              <a:gd name="connsiteY0" fmla="*/ 0 h 136562"/>
              <a:gd name="connsiteX1" fmla="*/ 8187543 w 8187543"/>
              <a:gd name="connsiteY1" fmla="*/ 0 h 136562"/>
              <a:gd name="connsiteX2" fmla="*/ 8187543 w 8187543"/>
              <a:gd name="connsiteY2" fmla="*/ 133200 h 136562"/>
              <a:gd name="connsiteX3" fmla="*/ 0 w 8187543"/>
              <a:gd name="connsiteY3" fmla="*/ 136562 h 136562"/>
              <a:gd name="connsiteX4" fmla="*/ 94130 w 8187543"/>
              <a:gd name="connsiteY4" fmla="*/ 0 h 1365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187543" h="136562">
                <a:moveTo>
                  <a:pt x="94130" y="0"/>
                </a:moveTo>
                <a:lnTo>
                  <a:pt x="8187543" y="0"/>
                </a:lnTo>
                <a:lnTo>
                  <a:pt x="8187543" y="133200"/>
                </a:lnTo>
                <a:lnTo>
                  <a:pt x="0" y="136562"/>
                </a:lnTo>
                <a:lnTo>
                  <a:pt x="9413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x-none" sz="1800"/>
              <a:t>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472A695-B9BF-2B5E-F712-588F45EA7AA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828826" y="6739175"/>
            <a:ext cx="10363148" cy="101806"/>
          </a:xfrm>
          <a:prstGeom prst="rect">
            <a:avLst/>
          </a:prstGeom>
        </p:spPr>
      </p:pic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0B28936-A209-8496-713D-69F064437D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86417" y="6424630"/>
            <a:ext cx="505557" cy="365125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fld id="{D379440A-2DED-3643-ADED-9B5C83E7D828}" type="slidenum">
              <a:rPr lang="x-none" smtClean="0"/>
              <a:pPr/>
              <a:t>‹#›</a:t>
            </a:fld>
            <a:endParaRPr lang="x-none"/>
          </a:p>
        </p:txBody>
      </p:sp>
      <p:pic>
        <p:nvPicPr>
          <p:cNvPr id="3" name="Picture 2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943E1AB2-24F0-751B-86DE-9AC77889FA3E}"/>
              </a:ext>
            </a:extLst>
          </p:cNvPr>
          <p:cNvPicPr>
            <a:picLocks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18618" y="2224"/>
            <a:ext cx="3290400" cy="685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89624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rgbClr val="1F72B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5A64684-422C-D171-0292-6610A91BE81D}"/>
              </a:ext>
            </a:extLst>
          </p:cNvPr>
          <p:cNvSpPr/>
          <p:nvPr userDrawn="1"/>
        </p:nvSpPr>
        <p:spPr>
          <a:xfrm>
            <a:off x="0" y="-8444"/>
            <a:ext cx="12192000" cy="71336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 sz="180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FD82848-CD15-3DBB-0148-67FB51371B08}"/>
              </a:ext>
            </a:extLst>
          </p:cNvPr>
          <p:cNvPicPr>
            <a:picLocks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18618" y="2224"/>
            <a:ext cx="3290400" cy="685072"/>
          </a:xfrm>
          <a:prstGeom prst="rect">
            <a:avLst/>
          </a:prstGeom>
        </p:spPr>
      </p:pic>
      <p:sp>
        <p:nvSpPr>
          <p:cNvPr id="8" name="Rectangle 11">
            <a:extLst>
              <a:ext uri="{FF2B5EF4-FFF2-40B4-BE49-F238E27FC236}">
                <a16:creationId xmlns:a16="http://schemas.microsoft.com/office/drawing/2014/main" id="{181386B9-1456-137E-66EE-45A4447494C5}"/>
              </a:ext>
            </a:extLst>
          </p:cNvPr>
          <p:cNvSpPr/>
          <p:nvPr userDrawn="1"/>
        </p:nvSpPr>
        <p:spPr>
          <a:xfrm>
            <a:off x="1775458" y="6721474"/>
            <a:ext cx="10416543" cy="136562"/>
          </a:xfrm>
          <a:custGeom>
            <a:avLst/>
            <a:gdLst>
              <a:gd name="connsiteX0" fmla="*/ 0 w 8093413"/>
              <a:gd name="connsiteY0" fmla="*/ 0 h 133200"/>
              <a:gd name="connsiteX1" fmla="*/ 8093413 w 8093413"/>
              <a:gd name="connsiteY1" fmla="*/ 0 h 133200"/>
              <a:gd name="connsiteX2" fmla="*/ 8093413 w 8093413"/>
              <a:gd name="connsiteY2" fmla="*/ 133200 h 133200"/>
              <a:gd name="connsiteX3" fmla="*/ 0 w 8093413"/>
              <a:gd name="connsiteY3" fmla="*/ 133200 h 133200"/>
              <a:gd name="connsiteX4" fmla="*/ 0 w 8093413"/>
              <a:gd name="connsiteY4" fmla="*/ 0 h 133200"/>
              <a:gd name="connsiteX0" fmla="*/ 94130 w 8187543"/>
              <a:gd name="connsiteY0" fmla="*/ 0 h 136562"/>
              <a:gd name="connsiteX1" fmla="*/ 8187543 w 8187543"/>
              <a:gd name="connsiteY1" fmla="*/ 0 h 136562"/>
              <a:gd name="connsiteX2" fmla="*/ 8187543 w 8187543"/>
              <a:gd name="connsiteY2" fmla="*/ 133200 h 136562"/>
              <a:gd name="connsiteX3" fmla="*/ 0 w 8187543"/>
              <a:gd name="connsiteY3" fmla="*/ 136562 h 136562"/>
              <a:gd name="connsiteX4" fmla="*/ 94130 w 8187543"/>
              <a:gd name="connsiteY4" fmla="*/ 0 h 1365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187543" h="136562">
                <a:moveTo>
                  <a:pt x="94130" y="0"/>
                </a:moveTo>
                <a:lnTo>
                  <a:pt x="8187543" y="0"/>
                </a:lnTo>
                <a:lnTo>
                  <a:pt x="8187543" y="133200"/>
                </a:lnTo>
                <a:lnTo>
                  <a:pt x="0" y="136562"/>
                </a:lnTo>
                <a:lnTo>
                  <a:pt x="9413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x-none" sz="1800"/>
              <a:t>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9CB3CD2-68E1-7670-8AC8-DCAEFA04479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828826" y="6739175"/>
            <a:ext cx="10363148" cy="101806"/>
          </a:xfrm>
          <a:prstGeom prst="rect">
            <a:avLst/>
          </a:prstGeom>
        </p:spPr>
      </p:pic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7855B251-549F-CC81-82C4-1791D4DC0F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86417" y="6424630"/>
            <a:ext cx="505557" cy="365125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fld id="{D379440A-2DED-3643-ADED-9B5C83E7D828}" type="slidenum">
              <a:rPr lang="x-none" smtClean="0"/>
              <a:pPr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6415120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6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7654E7B-7E2F-A597-CEAB-D64DA25FBCEB}"/>
              </a:ext>
            </a:extLst>
          </p:cNvPr>
          <p:cNvSpPr/>
          <p:nvPr userDrawn="1"/>
        </p:nvSpPr>
        <p:spPr>
          <a:xfrm>
            <a:off x="0" y="-8444"/>
            <a:ext cx="12192000" cy="71336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987426"/>
            <a:ext cx="3932237" cy="1069974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Rectangle 11">
            <a:extLst>
              <a:ext uri="{FF2B5EF4-FFF2-40B4-BE49-F238E27FC236}">
                <a16:creationId xmlns:a16="http://schemas.microsoft.com/office/drawing/2014/main" id="{EA9AB12A-F2B6-4320-39F1-67F3778EE5DF}"/>
              </a:ext>
            </a:extLst>
          </p:cNvPr>
          <p:cNvSpPr/>
          <p:nvPr userDrawn="1"/>
        </p:nvSpPr>
        <p:spPr>
          <a:xfrm>
            <a:off x="1775458" y="6721474"/>
            <a:ext cx="10416543" cy="136562"/>
          </a:xfrm>
          <a:custGeom>
            <a:avLst/>
            <a:gdLst>
              <a:gd name="connsiteX0" fmla="*/ 0 w 8093413"/>
              <a:gd name="connsiteY0" fmla="*/ 0 h 133200"/>
              <a:gd name="connsiteX1" fmla="*/ 8093413 w 8093413"/>
              <a:gd name="connsiteY1" fmla="*/ 0 h 133200"/>
              <a:gd name="connsiteX2" fmla="*/ 8093413 w 8093413"/>
              <a:gd name="connsiteY2" fmla="*/ 133200 h 133200"/>
              <a:gd name="connsiteX3" fmla="*/ 0 w 8093413"/>
              <a:gd name="connsiteY3" fmla="*/ 133200 h 133200"/>
              <a:gd name="connsiteX4" fmla="*/ 0 w 8093413"/>
              <a:gd name="connsiteY4" fmla="*/ 0 h 133200"/>
              <a:gd name="connsiteX0" fmla="*/ 94130 w 8187543"/>
              <a:gd name="connsiteY0" fmla="*/ 0 h 136562"/>
              <a:gd name="connsiteX1" fmla="*/ 8187543 w 8187543"/>
              <a:gd name="connsiteY1" fmla="*/ 0 h 136562"/>
              <a:gd name="connsiteX2" fmla="*/ 8187543 w 8187543"/>
              <a:gd name="connsiteY2" fmla="*/ 133200 h 136562"/>
              <a:gd name="connsiteX3" fmla="*/ 0 w 8187543"/>
              <a:gd name="connsiteY3" fmla="*/ 136562 h 136562"/>
              <a:gd name="connsiteX4" fmla="*/ 94130 w 8187543"/>
              <a:gd name="connsiteY4" fmla="*/ 0 h 1365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187543" h="136562">
                <a:moveTo>
                  <a:pt x="94130" y="0"/>
                </a:moveTo>
                <a:lnTo>
                  <a:pt x="8187543" y="0"/>
                </a:lnTo>
                <a:lnTo>
                  <a:pt x="8187543" y="133200"/>
                </a:lnTo>
                <a:lnTo>
                  <a:pt x="0" y="136562"/>
                </a:lnTo>
                <a:lnTo>
                  <a:pt x="9413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x-none" sz="1800"/>
              <a:t> 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773966A-35C2-70BC-CFF9-46C3441D8C5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828826" y="6739175"/>
            <a:ext cx="10363148" cy="101806"/>
          </a:xfrm>
          <a:prstGeom prst="rect">
            <a:avLst/>
          </a:prstGeom>
        </p:spPr>
      </p:pic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C8C1A7AF-70A0-C0E9-B2F5-1490BE6C7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86417" y="6424630"/>
            <a:ext cx="505557" cy="365125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fld id="{D379440A-2DED-3643-ADED-9B5C83E7D828}" type="slidenum">
              <a:rPr lang="x-none" smtClean="0"/>
              <a:pPr/>
              <a:t>‹#›</a:t>
            </a:fld>
            <a:endParaRPr lang="x-none"/>
          </a:p>
        </p:txBody>
      </p:sp>
      <p:pic>
        <p:nvPicPr>
          <p:cNvPr id="5" name="Picture 4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7C0ADFA0-11B6-96C9-35AE-E6733196ACDA}"/>
              </a:ext>
            </a:extLst>
          </p:cNvPr>
          <p:cNvPicPr>
            <a:picLocks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18618" y="2224"/>
            <a:ext cx="3290400" cy="685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16046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6"/>
            <a:ext cx="6172200" cy="4873625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B2A7AA7-CA5F-D2FA-2E5E-C3E10A53D359}"/>
              </a:ext>
            </a:extLst>
          </p:cNvPr>
          <p:cNvSpPr/>
          <p:nvPr userDrawn="1"/>
        </p:nvSpPr>
        <p:spPr>
          <a:xfrm>
            <a:off x="0" y="-8444"/>
            <a:ext cx="12192000" cy="71336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987426"/>
            <a:ext cx="3932237" cy="1069974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Rectangle 11">
            <a:extLst>
              <a:ext uri="{FF2B5EF4-FFF2-40B4-BE49-F238E27FC236}">
                <a16:creationId xmlns:a16="http://schemas.microsoft.com/office/drawing/2014/main" id="{1EDE2594-98FA-EBCE-C733-A51E9F54ED18}"/>
              </a:ext>
            </a:extLst>
          </p:cNvPr>
          <p:cNvSpPr/>
          <p:nvPr userDrawn="1"/>
        </p:nvSpPr>
        <p:spPr>
          <a:xfrm>
            <a:off x="1775458" y="6721474"/>
            <a:ext cx="10416543" cy="136562"/>
          </a:xfrm>
          <a:custGeom>
            <a:avLst/>
            <a:gdLst>
              <a:gd name="connsiteX0" fmla="*/ 0 w 8093413"/>
              <a:gd name="connsiteY0" fmla="*/ 0 h 133200"/>
              <a:gd name="connsiteX1" fmla="*/ 8093413 w 8093413"/>
              <a:gd name="connsiteY1" fmla="*/ 0 h 133200"/>
              <a:gd name="connsiteX2" fmla="*/ 8093413 w 8093413"/>
              <a:gd name="connsiteY2" fmla="*/ 133200 h 133200"/>
              <a:gd name="connsiteX3" fmla="*/ 0 w 8093413"/>
              <a:gd name="connsiteY3" fmla="*/ 133200 h 133200"/>
              <a:gd name="connsiteX4" fmla="*/ 0 w 8093413"/>
              <a:gd name="connsiteY4" fmla="*/ 0 h 133200"/>
              <a:gd name="connsiteX0" fmla="*/ 94130 w 8187543"/>
              <a:gd name="connsiteY0" fmla="*/ 0 h 136562"/>
              <a:gd name="connsiteX1" fmla="*/ 8187543 w 8187543"/>
              <a:gd name="connsiteY1" fmla="*/ 0 h 136562"/>
              <a:gd name="connsiteX2" fmla="*/ 8187543 w 8187543"/>
              <a:gd name="connsiteY2" fmla="*/ 133200 h 136562"/>
              <a:gd name="connsiteX3" fmla="*/ 0 w 8187543"/>
              <a:gd name="connsiteY3" fmla="*/ 136562 h 136562"/>
              <a:gd name="connsiteX4" fmla="*/ 94130 w 8187543"/>
              <a:gd name="connsiteY4" fmla="*/ 0 h 1365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187543" h="136562">
                <a:moveTo>
                  <a:pt x="94130" y="0"/>
                </a:moveTo>
                <a:lnTo>
                  <a:pt x="8187543" y="0"/>
                </a:lnTo>
                <a:lnTo>
                  <a:pt x="8187543" y="133200"/>
                </a:lnTo>
                <a:lnTo>
                  <a:pt x="0" y="136562"/>
                </a:lnTo>
                <a:lnTo>
                  <a:pt x="9413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x-none" sz="1800"/>
              <a:t> 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F735AE5-30EC-7992-E657-2104C4F3BF3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828826" y="6739175"/>
            <a:ext cx="10363148" cy="101806"/>
          </a:xfrm>
          <a:prstGeom prst="rect">
            <a:avLst/>
          </a:prstGeom>
        </p:spPr>
      </p:pic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ACB5785D-C6E0-0BB4-B792-5DF6906E16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86417" y="6424630"/>
            <a:ext cx="505557" cy="365125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fld id="{D379440A-2DED-3643-ADED-9B5C83E7D828}" type="slidenum">
              <a:rPr lang="x-none" smtClean="0"/>
              <a:pPr/>
              <a:t>‹#›</a:t>
            </a:fld>
            <a:endParaRPr lang="x-none"/>
          </a:p>
        </p:txBody>
      </p:sp>
      <p:pic>
        <p:nvPicPr>
          <p:cNvPr id="5" name="Picture 4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93DEC689-0562-F90A-00BD-D3E65D677F10}"/>
              </a:ext>
            </a:extLst>
          </p:cNvPr>
          <p:cNvPicPr>
            <a:picLocks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18618" y="2224"/>
            <a:ext cx="3290400" cy="685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13889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4B8236F-F572-6350-D20A-0FCE1F380099}"/>
              </a:ext>
            </a:extLst>
          </p:cNvPr>
          <p:cNvSpPr/>
          <p:nvPr userDrawn="1"/>
        </p:nvSpPr>
        <p:spPr>
          <a:xfrm>
            <a:off x="0" y="-8444"/>
            <a:ext cx="12192000" cy="71336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884304"/>
            <a:ext cx="10515600" cy="80638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9" name="Rectangle 11">
            <a:extLst>
              <a:ext uri="{FF2B5EF4-FFF2-40B4-BE49-F238E27FC236}">
                <a16:creationId xmlns:a16="http://schemas.microsoft.com/office/drawing/2014/main" id="{9C659F1E-1F51-522D-AC8E-BE6E140A9E7D}"/>
              </a:ext>
            </a:extLst>
          </p:cNvPr>
          <p:cNvSpPr/>
          <p:nvPr userDrawn="1"/>
        </p:nvSpPr>
        <p:spPr>
          <a:xfrm>
            <a:off x="1775458" y="6721474"/>
            <a:ext cx="10416543" cy="136562"/>
          </a:xfrm>
          <a:custGeom>
            <a:avLst/>
            <a:gdLst>
              <a:gd name="connsiteX0" fmla="*/ 0 w 8093413"/>
              <a:gd name="connsiteY0" fmla="*/ 0 h 133200"/>
              <a:gd name="connsiteX1" fmla="*/ 8093413 w 8093413"/>
              <a:gd name="connsiteY1" fmla="*/ 0 h 133200"/>
              <a:gd name="connsiteX2" fmla="*/ 8093413 w 8093413"/>
              <a:gd name="connsiteY2" fmla="*/ 133200 h 133200"/>
              <a:gd name="connsiteX3" fmla="*/ 0 w 8093413"/>
              <a:gd name="connsiteY3" fmla="*/ 133200 h 133200"/>
              <a:gd name="connsiteX4" fmla="*/ 0 w 8093413"/>
              <a:gd name="connsiteY4" fmla="*/ 0 h 133200"/>
              <a:gd name="connsiteX0" fmla="*/ 94130 w 8187543"/>
              <a:gd name="connsiteY0" fmla="*/ 0 h 136562"/>
              <a:gd name="connsiteX1" fmla="*/ 8187543 w 8187543"/>
              <a:gd name="connsiteY1" fmla="*/ 0 h 136562"/>
              <a:gd name="connsiteX2" fmla="*/ 8187543 w 8187543"/>
              <a:gd name="connsiteY2" fmla="*/ 133200 h 136562"/>
              <a:gd name="connsiteX3" fmla="*/ 0 w 8187543"/>
              <a:gd name="connsiteY3" fmla="*/ 136562 h 136562"/>
              <a:gd name="connsiteX4" fmla="*/ 94130 w 8187543"/>
              <a:gd name="connsiteY4" fmla="*/ 0 h 1365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187543" h="136562">
                <a:moveTo>
                  <a:pt x="94130" y="0"/>
                </a:moveTo>
                <a:lnTo>
                  <a:pt x="8187543" y="0"/>
                </a:lnTo>
                <a:lnTo>
                  <a:pt x="8187543" y="133200"/>
                </a:lnTo>
                <a:lnTo>
                  <a:pt x="0" y="136562"/>
                </a:lnTo>
                <a:lnTo>
                  <a:pt x="9413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x-none" sz="1800"/>
              <a:t> 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D1B0D34-343B-C838-5720-7351BA57CF3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828826" y="6739175"/>
            <a:ext cx="10363148" cy="101806"/>
          </a:xfrm>
          <a:prstGeom prst="rect">
            <a:avLst/>
          </a:prstGeom>
        </p:spPr>
      </p:pic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2B8E042D-2BAA-2A3F-EC27-380C92DBE4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86417" y="6424630"/>
            <a:ext cx="505557" cy="365125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fld id="{D379440A-2DED-3643-ADED-9B5C83E7D828}" type="slidenum">
              <a:rPr lang="x-none" smtClean="0"/>
              <a:pPr/>
              <a:t>‹#›</a:t>
            </a:fld>
            <a:endParaRPr lang="x-none"/>
          </a:p>
        </p:txBody>
      </p:sp>
      <p:pic>
        <p:nvPicPr>
          <p:cNvPr id="4" name="Picture 3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E62415AA-63D3-FB51-385B-BC2BCB0599A3}"/>
              </a:ext>
            </a:extLst>
          </p:cNvPr>
          <p:cNvPicPr>
            <a:picLocks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18618" y="2224"/>
            <a:ext cx="3290400" cy="685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83602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8200" y="634074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79440A-2DED-3643-ADED-9B5C83E7D82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27279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://127.0.0.1:5000/" TargetMode="External"/><Relationship Id="rId7" Type="http://schemas.openxmlformats.org/officeDocument/2006/relationships/image" Target="../media/image25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0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C5AAC1D3-EE6D-FC85-F800-5FCE3F264EAA}"/>
              </a:ext>
            </a:extLst>
          </p:cNvPr>
          <p:cNvSpPr txBox="1"/>
          <p:nvPr/>
        </p:nvSpPr>
        <p:spPr>
          <a:xfrm>
            <a:off x="982710" y="1298640"/>
            <a:ext cx="10226579" cy="231646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ts val="5990"/>
              </a:lnSpc>
            </a:pPr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ea typeface="Pixellance"/>
                <a:cs typeface="Times New Roman" panose="02020603050405020304" pitchFamily="18" charset="0"/>
                <a:sym typeface="Pixellance"/>
              </a:rPr>
              <a:t>Trí </a:t>
            </a:r>
            <a:r>
              <a:rPr lang="en-US" sz="3600" b="1" dirty="0" err="1">
                <a:solidFill>
                  <a:srgbClr val="FF0000"/>
                </a:solidFill>
                <a:latin typeface="Times New Roman" panose="02020603050405020304" pitchFamily="18" charset="0"/>
                <a:ea typeface="Pixellance"/>
                <a:cs typeface="Times New Roman" panose="02020603050405020304" pitchFamily="18" charset="0"/>
                <a:sym typeface="Pixellance"/>
              </a:rPr>
              <a:t>Tuệ</a:t>
            </a:r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ea typeface="Pixellance"/>
                <a:cs typeface="Times New Roman" panose="02020603050405020304" pitchFamily="18" charset="0"/>
                <a:sym typeface="Pixellance"/>
              </a:rPr>
              <a:t> </a:t>
            </a:r>
            <a:r>
              <a:rPr lang="en-US" sz="3600" b="1" dirty="0" err="1">
                <a:solidFill>
                  <a:srgbClr val="FF0000"/>
                </a:solidFill>
                <a:latin typeface="Times New Roman" panose="02020603050405020304" pitchFamily="18" charset="0"/>
                <a:ea typeface="Pixellance"/>
                <a:cs typeface="Times New Roman" panose="02020603050405020304" pitchFamily="18" charset="0"/>
                <a:sym typeface="Pixellance"/>
              </a:rPr>
              <a:t>Nhân</a:t>
            </a:r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ea typeface="Pixellance"/>
                <a:cs typeface="Times New Roman" panose="02020603050405020304" pitchFamily="18" charset="0"/>
                <a:sym typeface="Pixellance"/>
              </a:rPr>
              <a:t> </a:t>
            </a:r>
            <a:r>
              <a:rPr lang="en-US" sz="3600" b="1" dirty="0" err="1">
                <a:solidFill>
                  <a:srgbClr val="FF0000"/>
                </a:solidFill>
                <a:latin typeface="Times New Roman" panose="02020603050405020304" pitchFamily="18" charset="0"/>
                <a:ea typeface="Pixellance"/>
                <a:cs typeface="Times New Roman" panose="02020603050405020304" pitchFamily="18" charset="0"/>
                <a:sym typeface="Pixellance"/>
              </a:rPr>
              <a:t>Tạo</a:t>
            </a:r>
            <a:endParaRPr lang="en-US" sz="3600" b="1" dirty="0">
              <a:solidFill>
                <a:srgbClr val="FF0000"/>
              </a:solidFill>
              <a:latin typeface="Times New Roman" panose="02020603050405020304" pitchFamily="18" charset="0"/>
              <a:ea typeface="Pixellance"/>
              <a:cs typeface="Times New Roman" panose="02020603050405020304" pitchFamily="18" charset="0"/>
              <a:sym typeface="Pixellance"/>
            </a:endParaRPr>
          </a:p>
          <a:p>
            <a:pPr algn="ctr">
              <a:lnSpc>
                <a:spcPts val="5990"/>
              </a:lnSpc>
            </a:pPr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ea typeface="Pixellance"/>
                <a:cs typeface="Times New Roman" panose="02020603050405020304" pitchFamily="18" charset="0"/>
                <a:sym typeface="Pixellance"/>
              </a:rPr>
              <a:t>Báo </a:t>
            </a:r>
            <a:r>
              <a:rPr lang="en-US" sz="3600" b="1" dirty="0" err="1">
                <a:solidFill>
                  <a:srgbClr val="FF0000"/>
                </a:solidFill>
                <a:latin typeface="Times New Roman" panose="02020603050405020304" pitchFamily="18" charset="0"/>
                <a:ea typeface="Pixellance"/>
                <a:cs typeface="Times New Roman" panose="02020603050405020304" pitchFamily="18" charset="0"/>
                <a:sym typeface="Pixellance"/>
              </a:rPr>
              <a:t>cáo</a:t>
            </a:r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ea typeface="Pixellance"/>
                <a:cs typeface="Times New Roman" panose="02020603050405020304" pitchFamily="18" charset="0"/>
                <a:sym typeface="Pixellance"/>
              </a:rPr>
              <a:t> </a:t>
            </a:r>
            <a:r>
              <a:rPr lang="en-US" sz="3600" b="1" dirty="0" err="1">
                <a:solidFill>
                  <a:srgbClr val="FF0000"/>
                </a:solidFill>
                <a:latin typeface="Times New Roman" panose="02020603050405020304" pitchFamily="18" charset="0"/>
                <a:ea typeface="Pixellance"/>
                <a:cs typeface="Times New Roman" panose="02020603050405020304" pitchFamily="18" charset="0"/>
                <a:sym typeface="Pixellance"/>
              </a:rPr>
              <a:t>về</a:t>
            </a:r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ea typeface="Pixellance"/>
                <a:cs typeface="Times New Roman" panose="02020603050405020304" pitchFamily="18" charset="0"/>
                <a:sym typeface="Pixellance"/>
              </a:rPr>
              <a:t> </a:t>
            </a:r>
            <a:r>
              <a:rPr lang="en-US" sz="3600" b="1" dirty="0" err="1">
                <a:solidFill>
                  <a:srgbClr val="FF0000"/>
                </a:solidFill>
                <a:latin typeface="Times New Roman" panose="02020603050405020304" pitchFamily="18" charset="0"/>
                <a:ea typeface="Pixellance"/>
                <a:cs typeface="Times New Roman" panose="02020603050405020304" pitchFamily="18" charset="0"/>
                <a:sym typeface="Pixellance"/>
              </a:rPr>
              <a:t>ứng</a:t>
            </a:r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ea typeface="Pixellance"/>
                <a:cs typeface="Times New Roman" panose="02020603050405020304" pitchFamily="18" charset="0"/>
                <a:sym typeface="Pixellance"/>
              </a:rPr>
              <a:t> </a:t>
            </a:r>
            <a:r>
              <a:rPr lang="en-US" sz="3600" b="1" dirty="0" err="1">
                <a:solidFill>
                  <a:srgbClr val="FF0000"/>
                </a:solidFill>
                <a:latin typeface="Times New Roman" panose="02020603050405020304" pitchFamily="18" charset="0"/>
                <a:ea typeface="Pixellance"/>
                <a:cs typeface="Times New Roman" panose="02020603050405020304" pitchFamily="18" charset="0"/>
                <a:sym typeface="Pixellance"/>
              </a:rPr>
              <a:t>dụng</a:t>
            </a:r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ea typeface="Pixellance"/>
                <a:cs typeface="Times New Roman" panose="02020603050405020304" pitchFamily="18" charset="0"/>
                <a:sym typeface="Pixellance"/>
              </a:rPr>
              <a:t> </a:t>
            </a:r>
            <a:r>
              <a:rPr lang="en-US" sz="3600" b="1" dirty="0" err="1">
                <a:solidFill>
                  <a:srgbClr val="FF0000"/>
                </a:solidFill>
                <a:latin typeface="Times New Roman" panose="02020603050405020304" pitchFamily="18" charset="0"/>
                <a:ea typeface="Pixellance"/>
                <a:cs typeface="Times New Roman" panose="02020603050405020304" pitchFamily="18" charset="0"/>
                <a:sym typeface="Pixellance"/>
              </a:rPr>
              <a:t>thuật</a:t>
            </a:r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ea typeface="Pixellance"/>
                <a:cs typeface="Times New Roman" panose="02020603050405020304" pitchFamily="18" charset="0"/>
                <a:sym typeface="Pixellance"/>
              </a:rPr>
              <a:t> </a:t>
            </a:r>
            <a:r>
              <a:rPr lang="en-US" sz="3600" b="1" dirty="0" err="1">
                <a:solidFill>
                  <a:srgbClr val="FF0000"/>
                </a:solidFill>
                <a:latin typeface="Times New Roman" panose="02020603050405020304" pitchFamily="18" charset="0"/>
                <a:ea typeface="Pixellance"/>
                <a:cs typeface="Times New Roman" panose="02020603050405020304" pitchFamily="18" charset="0"/>
                <a:sym typeface="Pixellance"/>
              </a:rPr>
              <a:t>toán</a:t>
            </a:r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ea typeface="Pixellance"/>
                <a:cs typeface="Times New Roman" panose="02020603050405020304" pitchFamily="18" charset="0"/>
                <a:sym typeface="Pixellance"/>
              </a:rPr>
              <a:t> Minimax </a:t>
            </a:r>
            <a:r>
              <a:rPr lang="en-US" sz="3600" b="1" dirty="0" err="1">
                <a:solidFill>
                  <a:srgbClr val="FF0000"/>
                </a:solidFill>
                <a:latin typeface="Times New Roman" panose="02020603050405020304" pitchFamily="18" charset="0"/>
                <a:ea typeface="Pixellance"/>
                <a:cs typeface="Times New Roman" panose="02020603050405020304" pitchFamily="18" charset="0"/>
                <a:sym typeface="Pixellance"/>
              </a:rPr>
              <a:t>vào</a:t>
            </a:r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ea typeface="Pixellance"/>
                <a:cs typeface="Times New Roman" panose="02020603050405020304" pitchFamily="18" charset="0"/>
                <a:sym typeface="Pixellance"/>
              </a:rPr>
              <a:t> </a:t>
            </a:r>
            <a:r>
              <a:rPr lang="en-US" sz="3600" b="1" dirty="0" err="1">
                <a:solidFill>
                  <a:srgbClr val="FF0000"/>
                </a:solidFill>
                <a:latin typeface="Times New Roman" panose="02020603050405020304" pitchFamily="18" charset="0"/>
                <a:ea typeface="Pixellance"/>
                <a:cs typeface="Times New Roman" panose="02020603050405020304" pitchFamily="18" charset="0"/>
                <a:sym typeface="Pixellance"/>
              </a:rPr>
              <a:t>trò</a:t>
            </a:r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ea typeface="Pixellance"/>
                <a:cs typeface="Times New Roman" panose="02020603050405020304" pitchFamily="18" charset="0"/>
                <a:sym typeface="Pixellance"/>
              </a:rPr>
              <a:t> </a:t>
            </a:r>
            <a:r>
              <a:rPr lang="en-US" sz="3600" b="1" dirty="0" err="1">
                <a:solidFill>
                  <a:srgbClr val="FF0000"/>
                </a:solidFill>
                <a:latin typeface="Times New Roman" panose="02020603050405020304" pitchFamily="18" charset="0"/>
                <a:ea typeface="Pixellance"/>
                <a:cs typeface="Times New Roman" panose="02020603050405020304" pitchFamily="18" charset="0"/>
                <a:sym typeface="Pixellance"/>
              </a:rPr>
              <a:t>chơi</a:t>
            </a:r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ea typeface="Pixellance"/>
                <a:cs typeface="Times New Roman" panose="02020603050405020304" pitchFamily="18" charset="0"/>
                <a:sym typeface="Pixellance"/>
              </a:rPr>
              <a:t> </a:t>
            </a:r>
            <a:r>
              <a:rPr lang="en-US" sz="3600" b="1" dirty="0" err="1">
                <a:solidFill>
                  <a:srgbClr val="FF0000"/>
                </a:solidFill>
                <a:latin typeface="Times New Roman" panose="02020603050405020304" pitchFamily="18" charset="0"/>
                <a:ea typeface="Pixellance"/>
                <a:cs typeface="Times New Roman" panose="02020603050405020304" pitchFamily="18" charset="0"/>
                <a:sym typeface="Pixellance"/>
              </a:rPr>
              <a:t>cờ</a:t>
            </a:r>
            <a:r>
              <a:rPr lang="en-US" sz="3600" b="1">
                <a:solidFill>
                  <a:srgbClr val="FF0000"/>
                </a:solidFill>
                <a:latin typeface="Times New Roman" panose="02020603050405020304" pitchFamily="18" charset="0"/>
                <a:ea typeface="Pixellance"/>
                <a:cs typeface="Times New Roman" panose="02020603050405020304" pitchFamily="18" charset="0"/>
                <a:sym typeface="Pixellance"/>
              </a:rPr>
              <a:t> Caro</a:t>
            </a:r>
            <a:endParaRPr lang="en-US" sz="3600" b="1" dirty="0">
              <a:solidFill>
                <a:srgbClr val="FF0000"/>
              </a:solidFill>
              <a:latin typeface="Times New Roman" panose="02020603050405020304" pitchFamily="18" charset="0"/>
              <a:ea typeface="Pixellance"/>
              <a:cs typeface="Times New Roman" panose="02020603050405020304" pitchFamily="18" charset="0"/>
              <a:sym typeface="Pixellance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CCF78BC-6A27-21AC-5EBD-81C9E14542EB}"/>
              </a:ext>
            </a:extLst>
          </p:cNvPr>
          <p:cNvSpPr txBox="1"/>
          <p:nvPr/>
        </p:nvSpPr>
        <p:spPr>
          <a:xfrm>
            <a:off x="2062557" y="737652"/>
            <a:ext cx="807519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/>
            <a:r>
              <a:rPr lang="en-US" sz="2000" b="1" dirty="0">
                <a:solidFill>
                  <a:srgbClr val="034EA2"/>
                </a:solidFill>
                <a:latin typeface="Myriad Pro" panose="020B0503030403020204" pitchFamily="34" charset="0"/>
              </a:rPr>
              <a:t>KHOA CÔNG NGHỆ THÔNG TIN</a:t>
            </a:r>
            <a:endParaRPr lang="x-none" sz="2000" b="1" dirty="0">
              <a:solidFill>
                <a:srgbClr val="034EA2"/>
              </a:solidFill>
              <a:latin typeface="Myriad Pro" panose="020B0503030403020204" pitchFamily="34" charset="0"/>
            </a:endParaRPr>
          </a:p>
        </p:txBody>
      </p:sp>
      <p:sp>
        <p:nvSpPr>
          <p:cNvPr id="2" name="Hộp Văn bản 1">
            <a:extLst>
              <a:ext uri="{FF2B5EF4-FFF2-40B4-BE49-F238E27FC236}">
                <a16:creationId xmlns:a16="http://schemas.microsoft.com/office/drawing/2014/main" id="{9F3A5867-5D0C-C316-D36A-CC9E1B1AA2B2}"/>
              </a:ext>
            </a:extLst>
          </p:cNvPr>
          <p:cNvSpPr txBox="1"/>
          <p:nvPr/>
        </p:nvSpPr>
        <p:spPr>
          <a:xfrm>
            <a:off x="6098309" y="4401126"/>
            <a:ext cx="6841836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 dirty="0">
                <a:latin typeface="Times New Roman"/>
                <a:cs typeface="Times New Roman"/>
              </a:rPr>
              <a:t>TP.HCM, </a:t>
            </a:r>
            <a:r>
              <a:rPr lang="en-US" sz="2800" b="1" dirty="0" err="1">
                <a:latin typeface="Times New Roman"/>
                <a:cs typeface="Times New Roman"/>
              </a:rPr>
              <a:t>ngày</a:t>
            </a:r>
            <a:r>
              <a:rPr lang="en-US" sz="2800" b="1" dirty="0">
                <a:latin typeface="Times New Roman"/>
                <a:cs typeface="Times New Roman"/>
              </a:rPr>
              <a:t> 4 </a:t>
            </a:r>
            <a:r>
              <a:rPr lang="en-US" sz="2800" b="1" dirty="0" err="1">
                <a:latin typeface="Times New Roman"/>
                <a:cs typeface="Times New Roman"/>
              </a:rPr>
              <a:t>tháng</a:t>
            </a:r>
            <a:r>
              <a:rPr lang="en-US" sz="2800" b="1" dirty="0">
                <a:latin typeface="Times New Roman"/>
                <a:cs typeface="Times New Roman"/>
              </a:rPr>
              <a:t> 11 </a:t>
            </a:r>
            <a:r>
              <a:rPr lang="en-US" sz="2800" b="1" dirty="0" err="1">
                <a:latin typeface="Times New Roman"/>
                <a:cs typeface="Times New Roman"/>
              </a:rPr>
              <a:t>năm</a:t>
            </a:r>
            <a:r>
              <a:rPr lang="en-US" sz="2800" b="1" dirty="0">
                <a:latin typeface="Times New Roman"/>
                <a:cs typeface="Times New Roman"/>
              </a:rPr>
              <a:t> 2025</a:t>
            </a:r>
          </a:p>
        </p:txBody>
      </p:sp>
    </p:spTree>
    <p:extLst>
      <p:ext uri="{BB962C8B-B14F-4D97-AF65-F5344CB8AC3E}">
        <p14:creationId xmlns:p14="http://schemas.microsoft.com/office/powerpoint/2010/main" val="35126917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5CCF78BC-6A27-21AC-5EBD-81C9E14542EB}"/>
              </a:ext>
            </a:extLst>
          </p:cNvPr>
          <p:cNvSpPr txBox="1"/>
          <p:nvPr/>
        </p:nvSpPr>
        <p:spPr>
          <a:xfrm>
            <a:off x="2058401" y="734419"/>
            <a:ext cx="807519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/>
            <a:r>
              <a:rPr lang="en-US" sz="2000" b="1" dirty="0">
                <a:solidFill>
                  <a:srgbClr val="034EA2"/>
                </a:solidFill>
                <a:latin typeface="Myriad Pro" panose="020B0503030403020204" pitchFamily="34" charset="0"/>
              </a:rPr>
              <a:t>KHOA CÔNG NGHỆ THÔNG TIN</a:t>
            </a:r>
            <a:endParaRPr lang="x-none" sz="2000" b="1" dirty="0">
              <a:solidFill>
                <a:srgbClr val="034EA2"/>
              </a:solidFill>
              <a:latin typeface="Myriad Pro" panose="020B0503030403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E655C6D-6344-E3C7-0794-405668DB7F8A}"/>
              </a:ext>
            </a:extLst>
          </p:cNvPr>
          <p:cNvSpPr txBox="1"/>
          <p:nvPr/>
        </p:nvSpPr>
        <p:spPr>
          <a:xfrm>
            <a:off x="3720585" y="3450997"/>
            <a:ext cx="5479915" cy="143706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defTabSz="457200">
              <a:lnSpc>
                <a:spcPct val="120000"/>
              </a:lnSpc>
              <a:spcBef>
                <a:spcPct val="0"/>
              </a:spcBef>
              <a:tabLst>
                <a:tab pos="2597150" algn="l"/>
              </a:tabLst>
            </a:pPr>
            <a:r>
              <a:rPr lang="en-US" sz="2500" b="1" dirty="0">
                <a:solidFill>
                  <a:srgbClr val="000000"/>
                </a:solidFill>
                <a:latin typeface="Times New Roman"/>
                <a:cs typeface="Times New Roman"/>
              </a:rPr>
              <a:t>SVTH: Nguyễn Quốc Duy (NT)</a:t>
            </a:r>
          </a:p>
          <a:p>
            <a:pPr defTabSz="457200">
              <a:lnSpc>
                <a:spcPct val="120000"/>
              </a:lnSpc>
              <a:spcBef>
                <a:spcPct val="0"/>
              </a:spcBef>
              <a:tabLst>
                <a:tab pos="2597150" algn="l"/>
              </a:tabLst>
            </a:pPr>
            <a:r>
              <a:rPr lang="en-US" sz="2500" b="1" dirty="0">
                <a:solidFill>
                  <a:srgbClr val="000000"/>
                </a:solidFill>
                <a:latin typeface="Times New Roman"/>
                <a:cs typeface="Times New Roman"/>
              </a:rPr>
              <a:t>             Nguyễn Bảo </a:t>
            </a:r>
            <a:r>
              <a:rPr lang="en-US" sz="2500" b="1" dirty="0" err="1">
                <a:solidFill>
                  <a:srgbClr val="000000"/>
                </a:solidFill>
                <a:latin typeface="Times New Roman"/>
                <a:cs typeface="Times New Roman"/>
              </a:rPr>
              <a:t>Khôi</a:t>
            </a:r>
            <a:endParaRPr lang="en-US" sz="2500" b="1" dirty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defTabSz="457200">
              <a:lnSpc>
                <a:spcPct val="120000"/>
              </a:lnSpc>
              <a:spcBef>
                <a:spcPct val="0"/>
              </a:spcBef>
              <a:tabLst>
                <a:tab pos="2597150" algn="l"/>
              </a:tabLst>
            </a:pPr>
            <a:r>
              <a:rPr lang="en-US" sz="2500" b="1" dirty="0">
                <a:solidFill>
                  <a:srgbClr val="000000"/>
                </a:solidFill>
                <a:latin typeface="Times New Roman"/>
                <a:cs typeface="Times New Roman"/>
              </a:rPr>
              <a:t>    Nguyễn Hoài Bảo</a:t>
            </a:r>
            <a:endParaRPr lang="en-US" sz="2500" b="1" dirty="0">
              <a:latin typeface="Times New Roman"/>
              <a:cs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4E5892D-B1D7-D295-334B-AB79A4A38B9C}"/>
              </a:ext>
            </a:extLst>
          </p:cNvPr>
          <p:cNvSpPr txBox="1"/>
          <p:nvPr/>
        </p:nvSpPr>
        <p:spPr>
          <a:xfrm>
            <a:off x="982708" y="1134529"/>
            <a:ext cx="10226579" cy="308590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ts val="5990"/>
              </a:lnSpc>
            </a:pPr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ea typeface="Pixellance"/>
                <a:cs typeface="Times New Roman" panose="02020603050405020304" pitchFamily="18" charset="0"/>
                <a:sym typeface="Pixellance"/>
              </a:rPr>
              <a:t>Trí </a:t>
            </a:r>
            <a:r>
              <a:rPr lang="en-US" sz="3600" b="1" dirty="0" err="1">
                <a:solidFill>
                  <a:srgbClr val="FF0000"/>
                </a:solidFill>
                <a:latin typeface="Times New Roman" panose="02020603050405020304" pitchFamily="18" charset="0"/>
                <a:ea typeface="Pixellance"/>
                <a:cs typeface="Times New Roman" panose="02020603050405020304" pitchFamily="18" charset="0"/>
                <a:sym typeface="Pixellance"/>
              </a:rPr>
              <a:t>Tuệ</a:t>
            </a:r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ea typeface="Pixellance"/>
                <a:cs typeface="Times New Roman" panose="02020603050405020304" pitchFamily="18" charset="0"/>
                <a:sym typeface="Pixellance"/>
              </a:rPr>
              <a:t> </a:t>
            </a:r>
            <a:r>
              <a:rPr lang="en-US" sz="3600" b="1" dirty="0" err="1">
                <a:solidFill>
                  <a:srgbClr val="FF0000"/>
                </a:solidFill>
                <a:latin typeface="Times New Roman" panose="02020603050405020304" pitchFamily="18" charset="0"/>
                <a:ea typeface="Pixellance"/>
                <a:cs typeface="Times New Roman" panose="02020603050405020304" pitchFamily="18" charset="0"/>
                <a:sym typeface="Pixellance"/>
              </a:rPr>
              <a:t>Nhân</a:t>
            </a:r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ea typeface="Pixellance"/>
                <a:cs typeface="Times New Roman" panose="02020603050405020304" pitchFamily="18" charset="0"/>
                <a:sym typeface="Pixellance"/>
              </a:rPr>
              <a:t> </a:t>
            </a:r>
            <a:r>
              <a:rPr lang="en-US" sz="3600" b="1" dirty="0" err="1">
                <a:solidFill>
                  <a:srgbClr val="FF0000"/>
                </a:solidFill>
                <a:latin typeface="Times New Roman" panose="02020603050405020304" pitchFamily="18" charset="0"/>
                <a:ea typeface="Pixellance"/>
                <a:cs typeface="Times New Roman" panose="02020603050405020304" pitchFamily="18" charset="0"/>
                <a:sym typeface="Pixellance"/>
              </a:rPr>
              <a:t>Tạo</a:t>
            </a:r>
            <a:endParaRPr lang="en-US" sz="3600" b="1" dirty="0">
              <a:solidFill>
                <a:srgbClr val="FF0000"/>
              </a:solidFill>
              <a:latin typeface="Times New Roman" panose="02020603050405020304" pitchFamily="18" charset="0"/>
              <a:ea typeface="Pixellance"/>
              <a:cs typeface="Times New Roman" panose="02020603050405020304" pitchFamily="18" charset="0"/>
              <a:sym typeface="Pixellance"/>
            </a:endParaRPr>
          </a:p>
          <a:p>
            <a:pPr algn="ctr">
              <a:lnSpc>
                <a:spcPts val="5990"/>
              </a:lnSpc>
            </a:pPr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ea typeface="Pixellance"/>
                <a:cs typeface="Times New Roman" panose="02020603050405020304" pitchFamily="18" charset="0"/>
                <a:sym typeface="Pixellance"/>
              </a:rPr>
              <a:t>Báo </a:t>
            </a:r>
            <a:r>
              <a:rPr lang="en-US" sz="3600" b="1" dirty="0" err="1">
                <a:solidFill>
                  <a:srgbClr val="FF0000"/>
                </a:solidFill>
                <a:latin typeface="Times New Roman" panose="02020603050405020304" pitchFamily="18" charset="0"/>
                <a:ea typeface="Pixellance"/>
                <a:cs typeface="Times New Roman" panose="02020603050405020304" pitchFamily="18" charset="0"/>
                <a:sym typeface="Pixellance"/>
              </a:rPr>
              <a:t>cáo</a:t>
            </a:r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ea typeface="Pixellance"/>
                <a:cs typeface="Times New Roman" panose="02020603050405020304" pitchFamily="18" charset="0"/>
                <a:sym typeface="Pixellance"/>
              </a:rPr>
              <a:t> </a:t>
            </a:r>
            <a:r>
              <a:rPr lang="en-US" sz="3600" b="1" dirty="0" err="1">
                <a:solidFill>
                  <a:srgbClr val="FF0000"/>
                </a:solidFill>
                <a:latin typeface="Times New Roman" panose="02020603050405020304" pitchFamily="18" charset="0"/>
                <a:ea typeface="Pixellance"/>
                <a:cs typeface="Times New Roman" panose="02020603050405020304" pitchFamily="18" charset="0"/>
                <a:sym typeface="Pixellance"/>
              </a:rPr>
              <a:t>về</a:t>
            </a:r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ea typeface="Pixellance"/>
                <a:cs typeface="Times New Roman" panose="02020603050405020304" pitchFamily="18" charset="0"/>
                <a:sym typeface="Pixellance"/>
              </a:rPr>
              <a:t> </a:t>
            </a:r>
            <a:r>
              <a:rPr lang="en-US" sz="3600" b="1" dirty="0" err="1">
                <a:solidFill>
                  <a:srgbClr val="FF0000"/>
                </a:solidFill>
                <a:latin typeface="Times New Roman" panose="02020603050405020304" pitchFamily="18" charset="0"/>
                <a:ea typeface="Pixellance"/>
                <a:cs typeface="Times New Roman" panose="02020603050405020304" pitchFamily="18" charset="0"/>
                <a:sym typeface="Pixellance"/>
              </a:rPr>
              <a:t>ứng</a:t>
            </a:r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ea typeface="Pixellance"/>
                <a:cs typeface="Times New Roman" panose="02020603050405020304" pitchFamily="18" charset="0"/>
                <a:sym typeface="Pixellance"/>
              </a:rPr>
              <a:t> </a:t>
            </a:r>
            <a:r>
              <a:rPr lang="en-US" sz="3600" b="1" dirty="0" err="1">
                <a:solidFill>
                  <a:srgbClr val="FF0000"/>
                </a:solidFill>
                <a:latin typeface="Times New Roman" panose="02020603050405020304" pitchFamily="18" charset="0"/>
                <a:ea typeface="Pixellance"/>
                <a:cs typeface="Times New Roman" panose="02020603050405020304" pitchFamily="18" charset="0"/>
                <a:sym typeface="Pixellance"/>
              </a:rPr>
              <a:t>dụng</a:t>
            </a:r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ea typeface="Pixellance"/>
                <a:cs typeface="Times New Roman" panose="02020603050405020304" pitchFamily="18" charset="0"/>
                <a:sym typeface="Pixellance"/>
              </a:rPr>
              <a:t> </a:t>
            </a:r>
            <a:r>
              <a:rPr lang="en-US" sz="3600" b="1" dirty="0" err="1">
                <a:solidFill>
                  <a:srgbClr val="FF0000"/>
                </a:solidFill>
                <a:latin typeface="Times New Roman" panose="02020603050405020304" pitchFamily="18" charset="0"/>
                <a:ea typeface="Pixellance"/>
                <a:cs typeface="Times New Roman" panose="02020603050405020304" pitchFamily="18" charset="0"/>
                <a:sym typeface="Pixellance"/>
              </a:rPr>
              <a:t>thuật</a:t>
            </a:r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ea typeface="Pixellance"/>
                <a:cs typeface="Times New Roman" panose="02020603050405020304" pitchFamily="18" charset="0"/>
                <a:sym typeface="Pixellance"/>
              </a:rPr>
              <a:t> </a:t>
            </a:r>
            <a:r>
              <a:rPr lang="en-US" sz="3600" b="1" dirty="0" err="1">
                <a:solidFill>
                  <a:srgbClr val="FF0000"/>
                </a:solidFill>
                <a:latin typeface="Times New Roman" panose="02020603050405020304" pitchFamily="18" charset="0"/>
                <a:ea typeface="Pixellance"/>
                <a:cs typeface="Times New Roman" panose="02020603050405020304" pitchFamily="18" charset="0"/>
                <a:sym typeface="Pixellance"/>
              </a:rPr>
              <a:t>toán</a:t>
            </a:r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ea typeface="Pixellance"/>
                <a:cs typeface="Times New Roman" panose="02020603050405020304" pitchFamily="18" charset="0"/>
                <a:sym typeface="Pixellance"/>
              </a:rPr>
              <a:t> Minimax </a:t>
            </a:r>
            <a:r>
              <a:rPr lang="en-US" sz="3600" b="1" dirty="0" err="1">
                <a:solidFill>
                  <a:srgbClr val="FF0000"/>
                </a:solidFill>
                <a:latin typeface="Times New Roman" panose="02020603050405020304" pitchFamily="18" charset="0"/>
                <a:ea typeface="Pixellance"/>
                <a:cs typeface="Times New Roman" panose="02020603050405020304" pitchFamily="18" charset="0"/>
                <a:sym typeface="Pixellance"/>
              </a:rPr>
              <a:t>vào</a:t>
            </a:r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ea typeface="Pixellance"/>
                <a:cs typeface="Times New Roman" panose="02020603050405020304" pitchFamily="18" charset="0"/>
                <a:sym typeface="Pixellance"/>
              </a:rPr>
              <a:t> </a:t>
            </a:r>
            <a:r>
              <a:rPr lang="en-US" sz="3600" b="1" dirty="0" err="1">
                <a:solidFill>
                  <a:srgbClr val="FF0000"/>
                </a:solidFill>
                <a:latin typeface="Times New Roman" panose="02020603050405020304" pitchFamily="18" charset="0"/>
                <a:ea typeface="Pixellance"/>
                <a:cs typeface="Times New Roman" panose="02020603050405020304" pitchFamily="18" charset="0"/>
                <a:sym typeface="Pixellance"/>
              </a:rPr>
              <a:t>trò</a:t>
            </a:r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ea typeface="Pixellance"/>
                <a:cs typeface="Times New Roman" panose="02020603050405020304" pitchFamily="18" charset="0"/>
                <a:sym typeface="Pixellance"/>
              </a:rPr>
              <a:t> </a:t>
            </a:r>
            <a:r>
              <a:rPr lang="en-US" sz="3600" b="1" dirty="0" err="1">
                <a:solidFill>
                  <a:srgbClr val="FF0000"/>
                </a:solidFill>
                <a:latin typeface="Times New Roman" panose="02020603050405020304" pitchFamily="18" charset="0"/>
                <a:ea typeface="Pixellance"/>
                <a:cs typeface="Times New Roman" panose="02020603050405020304" pitchFamily="18" charset="0"/>
                <a:sym typeface="Pixellance"/>
              </a:rPr>
              <a:t>chơi</a:t>
            </a:r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ea typeface="Pixellance"/>
                <a:cs typeface="Times New Roman" panose="02020603050405020304" pitchFamily="18" charset="0"/>
                <a:sym typeface="Pixellance"/>
              </a:rPr>
              <a:t> </a:t>
            </a:r>
            <a:r>
              <a:rPr lang="en-US" sz="3600" b="1" dirty="0" err="1">
                <a:solidFill>
                  <a:srgbClr val="FF0000"/>
                </a:solidFill>
                <a:latin typeface="Times New Roman" panose="02020603050405020304" pitchFamily="18" charset="0"/>
                <a:ea typeface="Pixellance"/>
                <a:cs typeface="Times New Roman" panose="02020603050405020304" pitchFamily="18" charset="0"/>
                <a:sym typeface="Pixellance"/>
              </a:rPr>
              <a:t>cờ</a:t>
            </a:r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ea typeface="Pixellance"/>
                <a:cs typeface="Times New Roman" panose="02020603050405020304" pitchFamily="18" charset="0"/>
                <a:sym typeface="Pixellance"/>
              </a:rPr>
              <a:t> Caro</a:t>
            </a:r>
          </a:p>
          <a:p>
            <a:pPr algn="ctr">
              <a:lnSpc>
                <a:spcPts val="5990"/>
              </a:lnSpc>
            </a:pPr>
            <a:endParaRPr lang="en-US" sz="3600" b="1" dirty="0">
              <a:solidFill>
                <a:srgbClr val="FF0000"/>
              </a:solidFill>
              <a:latin typeface="Times New Roman" panose="02020603050405020304" pitchFamily="18" charset="0"/>
              <a:ea typeface="Pixellance"/>
              <a:cs typeface="Times New Roman" panose="02020603050405020304" pitchFamily="18" charset="0"/>
              <a:sym typeface="Pixellance"/>
            </a:endParaRPr>
          </a:p>
        </p:txBody>
      </p:sp>
    </p:spTree>
    <p:extLst>
      <p:ext uri="{BB962C8B-B14F-4D97-AF65-F5344CB8AC3E}">
        <p14:creationId xmlns:p14="http://schemas.microsoft.com/office/powerpoint/2010/main" val="11173608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211;p18">
            <a:extLst>
              <a:ext uri="{FF2B5EF4-FFF2-40B4-BE49-F238E27FC236}">
                <a16:creationId xmlns:a16="http://schemas.microsoft.com/office/drawing/2014/main" id="{2B285A4F-8BEA-A49A-7712-BC14D6FAA40A}"/>
              </a:ext>
            </a:extLst>
          </p:cNvPr>
          <p:cNvSpPr/>
          <p:nvPr/>
        </p:nvSpPr>
        <p:spPr>
          <a:xfrm>
            <a:off x="10405432" y="2785137"/>
            <a:ext cx="211600" cy="202043"/>
          </a:xfrm>
          <a:custGeom>
            <a:avLst/>
            <a:gdLst/>
            <a:ahLst/>
            <a:cxnLst/>
            <a:rect l="l" t="t" r="r" b="b"/>
            <a:pathLst>
              <a:path w="15144" h="14460" extrusionOk="0">
                <a:moveTo>
                  <a:pt x="7572" y="1"/>
                </a:moveTo>
                <a:lnTo>
                  <a:pt x="7499" y="25"/>
                </a:lnTo>
                <a:lnTo>
                  <a:pt x="7401" y="74"/>
                </a:lnTo>
                <a:lnTo>
                  <a:pt x="7328" y="172"/>
                </a:lnTo>
                <a:lnTo>
                  <a:pt x="7255" y="294"/>
                </a:lnTo>
                <a:lnTo>
                  <a:pt x="5594" y="4104"/>
                </a:lnTo>
                <a:lnTo>
                  <a:pt x="5521" y="4226"/>
                </a:lnTo>
                <a:lnTo>
                  <a:pt x="5398" y="4373"/>
                </a:lnTo>
                <a:lnTo>
                  <a:pt x="5276" y="4495"/>
                </a:lnTo>
                <a:lnTo>
                  <a:pt x="5130" y="4617"/>
                </a:lnTo>
                <a:lnTo>
                  <a:pt x="4983" y="4715"/>
                </a:lnTo>
                <a:lnTo>
                  <a:pt x="4812" y="4788"/>
                </a:lnTo>
                <a:lnTo>
                  <a:pt x="4666" y="4861"/>
                </a:lnTo>
                <a:lnTo>
                  <a:pt x="4495" y="4886"/>
                </a:lnTo>
                <a:lnTo>
                  <a:pt x="392" y="5301"/>
                </a:lnTo>
                <a:lnTo>
                  <a:pt x="245" y="5325"/>
                </a:lnTo>
                <a:lnTo>
                  <a:pt x="123" y="5374"/>
                </a:lnTo>
                <a:lnTo>
                  <a:pt x="50" y="5423"/>
                </a:lnTo>
                <a:lnTo>
                  <a:pt x="1" y="5521"/>
                </a:lnTo>
                <a:lnTo>
                  <a:pt x="1" y="5594"/>
                </a:lnTo>
                <a:lnTo>
                  <a:pt x="25" y="5692"/>
                </a:lnTo>
                <a:lnTo>
                  <a:pt x="74" y="5789"/>
                </a:lnTo>
                <a:lnTo>
                  <a:pt x="196" y="5911"/>
                </a:lnTo>
                <a:lnTo>
                  <a:pt x="3274" y="8647"/>
                </a:lnTo>
                <a:lnTo>
                  <a:pt x="3396" y="8769"/>
                </a:lnTo>
                <a:lnTo>
                  <a:pt x="3493" y="8915"/>
                </a:lnTo>
                <a:lnTo>
                  <a:pt x="3567" y="9086"/>
                </a:lnTo>
                <a:lnTo>
                  <a:pt x="3640" y="9257"/>
                </a:lnTo>
                <a:lnTo>
                  <a:pt x="3689" y="9428"/>
                </a:lnTo>
                <a:lnTo>
                  <a:pt x="3713" y="9599"/>
                </a:lnTo>
                <a:lnTo>
                  <a:pt x="3713" y="9770"/>
                </a:lnTo>
                <a:lnTo>
                  <a:pt x="3689" y="9941"/>
                </a:lnTo>
                <a:lnTo>
                  <a:pt x="2810" y="13995"/>
                </a:lnTo>
                <a:lnTo>
                  <a:pt x="2785" y="14142"/>
                </a:lnTo>
                <a:lnTo>
                  <a:pt x="2810" y="14240"/>
                </a:lnTo>
                <a:lnTo>
                  <a:pt x="2834" y="14337"/>
                </a:lnTo>
                <a:lnTo>
                  <a:pt x="2883" y="14411"/>
                </a:lnTo>
                <a:lnTo>
                  <a:pt x="2981" y="14435"/>
                </a:lnTo>
                <a:lnTo>
                  <a:pt x="3078" y="14459"/>
                </a:lnTo>
                <a:lnTo>
                  <a:pt x="3200" y="14411"/>
                </a:lnTo>
                <a:lnTo>
                  <a:pt x="3322" y="14362"/>
                </a:lnTo>
                <a:lnTo>
                  <a:pt x="6888" y="12261"/>
                </a:lnTo>
                <a:lnTo>
                  <a:pt x="7035" y="12188"/>
                </a:lnTo>
                <a:lnTo>
                  <a:pt x="7206" y="12139"/>
                </a:lnTo>
                <a:lnTo>
                  <a:pt x="7401" y="12115"/>
                </a:lnTo>
                <a:lnTo>
                  <a:pt x="7743" y="12115"/>
                </a:lnTo>
                <a:lnTo>
                  <a:pt x="7938" y="12139"/>
                </a:lnTo>
                <a:lnTo>
                  <a:pt x="8109" y="12188"/>
                </a:lnTo>
                <a:lnTo>
                  <a:pt x="8256" y="12261"/>
                </a:lnTo>
                <a:lnTo>
                  <a:pt x="11822" y="14362"/>
                </a:lnTo>
                <a:lnTo>
                  <a:pt x="11944" y="14411"/>
                </a:lnTo>
                <a:lnTo>
                  <a:pt x="12066" y="14459"/>
                </a:lnTo>
                <a:lnTo>
                  <a:pt x="12164" y="14435"/>
                </a:lnTo>
                <a:lnTo>
                  <a:pt x="12261" y="14411"/>
                </a:lnTo>
                <a:lnTo>
                  <a:pt x="12310" y="14337"/>
                </a:lnTo>
                <a:lnTo>
                  <a:pt x="12335" y="14240"/>
                </a:lnTo>
                <a:lnTo>
                  <a:pt x="12359" y="14142"/>
                </a:lnTo>
                <a:lnTo>
                  <a:pt x="12335" y="13995"/>
                </a:lnTo>
                <a:lnTo>
                  <a:pt x="11455" y="9941"/>
                </a:lnTo>
                <a:lnTo>
                  <a:pt x="11431" y="9770"/>
                </a:lnTo>
                <a:lnTo>
                  <a:pt x="11431" y="9599"/>
                </a:lnTo>
                <a:lnTo>
                  <a:pt x="11455" y="9428"/>
                </a:lnTo>
                <a:lnTo>
                  <a:pt x="11504" y="9257"/>
                </a:lnTo>
                <a:lnTo>
                  <a:pt x="11577" y="9086"/>
                </a:lnTo>
                <a:lnTo>
                  <a:pt x="11651" y="8915"/>
                </a:lnTo>
                <a:lnTo>
                  <a:pt x="11748" y="8769"/>
                </a:lnTo>
                <a:lnTo>
                  <a:pt x="11870" y="8647"/>
                </a:lnTo>
                <a:lnTo>
                  <a:pt x="14948" y="5911"/>
                </a:lnTo>
                <a:lnTo>
                  <a:pt x="15070" y="5789"/>
                </a:lnTo>
                <a:lnTo>
                  <a:pt x="15119" y="5692"/>
                </a:lnTo>
                <a:lnTo>
                  <a:pt x="15143" y="5594"/>
                </a:lnTo>
                <a:lnTo>
                  <a:pt x="15143" y="5521"/>
                </a:lnTo>
                <a:lnTo>
                  <a:pt x="15094" y="5423"/>
                </a:lnTo>
                <a:lnTo>
                  <a:pt x="15021" y="5374"/>
                </a:lnTo>
                <a:lnTo>
                  <a:pt x="14899" y="5325"/>
                </a:lnTo>
                <a:lnTo>
                  <a:pt x="14752" y="5301"/>
                </a:lnTo>
                <a:lnTo>
                  <a:pt x="10649" y="4886"/>
                </a:lnTo>
                <a:lnTo>
                  <a:pt x="10478" y="4861"/>
                </a:lnTo>
                <a:lnTo>
                  <a:pt x="10332" y="4788"/>
                </a:lnTo>
                <a:lnTo>
                  <a:pt x="10161" y="4715"/>
                </a:lnTo>
                <a:lnTo>
                  <a:pt x="10014" y="4617"/>
                </a:lnTo>
                <a:lnTo>
                  <a:pt x="9868" y="4495"/>
                </a:lnTo>
                <a:lnTo>
                  <a:pt x="9746" y="4373"/>
                </a:lnTo>
                <a:lnTo>
                  <a:pt x="9624" y="4226"/>
                </a:lnTo>
                <a:lnTo>
                  <a:pt x="9550" y="4104"/>
                </a:lnTo>
                <a:lnTo>
                  <a:pt x="7890" y="294"/>
                </a:lnTo>
                <a:lnTo>
                  <a:pt x="7816" y="172"/>
                </a:lnTo>
                <a:lnTo>
                  <a:pt x="7743" y="74"/>
                </a:lnTo>
                <a:lnTo>
                  <a:pt x="7645" y="25"/>
                </a:lnTo>
                <a:lnTo>
                  <a:pt x="7572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endParaRPr sz="1050"/>
          </a:p>
        </p:txBody>
      </p:sp>
      <p:grpSp>
        <p:nvGrpSpPr>
          <p:cNvPr id="7" name="Google Shape;212;p18">
            <a:extLst>
              <a:ext uri="{FF2B5EF4-FFF2-40B4-BE49-F238E27FC236}">
                <a16:creationId xmlns:a16="http://schemas.microsoft.com/office/drawing/2014/main" id="{51662A26-2C5D-8771-A023-F0C141E678A1}"/>
              </a:ext>
            </a:extLst>
          </p:cNvPr>
          <p:cNvGrpSpPr/>
          <p:nvPr/>
        </p:nvGrpSpPr>
        <p:grpSpPr>
          <a:xfrm>
            <a:off x="10142855" y="1650670"/>
            <a:ext cx="906515" cy="906754"/>
            <a:chOff x="6654650" y="3665275"/>
            <a:chExt cx="409100" cy="409125"/>
          </a:xfrm>
        </p:grpSpPr>
        <p:sp>
          <p:nvSpPr>
            <p:cNvPr id="8" name="Google Shape;213;p18">
              <a:extLst>
                <a:ext uri="{FF2B5EF4-FFF2-40B4-BE49-F238E27FC236}">
                  <a16:creationId xmlns:a16="http://schemas.microsoft.com/office/drawing/2014/main" id="{702DEDB4-462C-5CED-AD1B-C546BCB1102F}"/>
                </a:ext>
              </a:extLst>
            </p:cNvPr>
            <p:cNvSpPr/>
            <p:nvPr/>
          </p:nvSpPr>
          <p:spPr>
            <a:xfrm>
              <a:off x="6808525" y="3819150"/>
              <a:ext cx="211875" cy="211900"/>
            </a:xfrm>
            <a:custGeom>
              <a:avLst/>
              <a:gdLst/>
              <a:ahLst/>
              <a:cxnLst/>
              <a:rect l="l" t="t" r="r" b="b"/>
              <a:pathLst>
                <a:path w="8475" h="8476" extrusionOk="0">
                  <a:moveTo>
                    <a:pt x="8157" y="0"/>
                  </a:moveTo>
                  <a:lnTo>
                    <a:pt x="7327" y="1075"/>
                  </a:lnTo>
                  <a:lnTo>
                    <a:pt x="6399" y="2150"/>
                  </a:lnTo>
                  <a:lnTo>
                    <a:pt x="5422" y="3249"/>
                  </a:lnTo>
                  <a:lnTo>
                    <a:pt x="4347" y="4348"/>
                  </a:lnTo>
                  <a:lnTo>
                    <a:pt x="3248" y="5422"/>
                  </a:lnTo>
                  <a:lnTo>
                    <a:pt x="2149" y="6399"/>
                  </a:lnTo>
                  <a:lnTo>
                    <a:pt x="1075" y="7327"/>
                  </a:lnTo>
                  <a:lnTo>
                    <a:pt x="0" y="8158"/>
                  </a:lnTo>
                  <a:lnTo>
                    <a:pt x="440" y="8280"/>
                  </a:lnTo>
                  <a:lnTo>
                    <a:pt x="855" y="8377"/>
                  </a:lnTo>
                  <a:lnTo>
                    <a:pt x="1294" y="8426"/>
                  </a:lnTo>
                  <a:lnTo>
                    <a:pt x="1734" y="8475"/>
                  </a:lnTo>
                  <a:lnTo>
                    <a:pt x="2174" y="8475"/>
                  </a:lnTo>
                  <a:lnTo>
                    <a:pt x="2613" y="8451"/>
                  </a:lnTo>
                  <a:lnTo>
                    <a:pt x="3028" y="8402"/>
                  </a:lnTo>
                  <a:lnTo>
                    <a:pt x="3468" y="8304"/>
                  </a:lnTo>
                  <a:lnTo>
                    <a:pt x="3883" y="8207"/>
                  </a:lnTo>
                  <a:lnTo>
                    <a:pt x="4323" y="8060"/>
                  </a:lnTo>
                  <a:lnTo>
                    <a:pt x="4714" y="7889"/>
                  </a:lnTo>
                  <a:lnTo>
                    <a:pt x="5129" y="7694"/>
                  </a:lnTo>
                  <a:lnTo>
                    <a:pt x="5520" y="7449"/>
                  </a:lnTo>
                  <a:lnTo>
                    <a:pt x="5886" y="7205"/>
                  </a:lnTo>
                  <a:lnTo>
                    <a:pt x="6252" y="6912"/>
                  </a:lnTo>
                  <a:lnTo>
                    <a:pt x="6594" y="6595"/>
                  </a:lnTo>
                  <a:lnTo>
                    <a:pt x="6912" y="6253"/>
                  </a:lnTo>
                  <a:lnTo>
                    <a:pt x="7205" y="5886"/>
                  </a:lnTo>
                  <a:lnTo>
                    <a:pt x="7449" y="5520"/>
                  </a:lnTo>
                  <a:lnTo>
                    <a:pt x="7693" y="5129"/>
                  </a:lnTo>
                  <a:lnTo>
                    <a:pt x="7889" y="4714"/>
                  </a:lnTo>
                  <a:lnTo>
                    <a:pt x="8060" y="4323"/>
                  </a:lnTo>
                  <a:lnTo>
                    <a:pt x="8206" y="3884"/>
                  </a:lnTo>
                  <a:lnTo>
                    <a:pt x="8304" y="3468"/>
                  </a:lnTo>
                  <a:lnTo>
                    <a:pt x="8402" y="3029"/>
                  </a:lnTo>
                  <a:lnTo>
                    <a:pt x="8450" y="2614"/>
                  </a:lnTo>
                  <a:lnTo>
                    <a:pt x="8475" y="2174"/>
                  </a:lnTo>
                  <a:lnTo>
                    <a:pt x="8475" y="1734"/>
                  </a:lnTo>
                  <a:lnTo>
                    <a:pt x="8426" y="1295"/>
                  </a:lnTo>
                  <a:lnTo>
                    <a:pt x="8377" y="855"/>
                  </a:lnTo>
                  <a:lnTo>
                    <a:pt x="8279" y="440"/>
                  </a:lnTo>
                  <a:lnTo>
                    <a:pt x="815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9" name="Google Shape;214;p18">
              <a:extLst>
                <a:ext uri="{FF2B5EF4-FFF2-40B4-BE49-F238E27FC236}">
                  <a16:creationId xmlns:a16="http://schemas.microsoft.com/office/drawing/2014/main" id="{3D0CB54B-F64A-B052-11E3-764EC49A9B69}"/>
                </a:ext>
              </a:extLst>
            </p:cNvPr>
            <p:cNvSpPr/>
            <p:nvPr/>
          </p:nvSpPr>
          <p:spPr>
            <a:xfrm>
              <a:off x="6654650" y="3665275"/>
              <a:ext cx="409100" cy="409125"/>
            </a:xfrm>
            <a:custGeom>
              <a:avLst/>
              <a:gdLst/>
              <a:ahLst/>
              <a:cxnLst/>
              <a:rect l="l" t="t" r="r" b="b"/>
              <a:pathLst>
                <a:path w="16364" h="16365" extrusionOk="0">
                  <a:moveTo>
                    <a:pt x="13580" y="1686"/>
                  </a:moveTo>
                  <a:lnTo>
                    <a:pt x="13677" y="1735"/>
                  </a:lnTo>
                  <a:lnTo>
                    <a:pt x="13775" y="1759"/>
                  </a:lnTo>
                  <a:lnTo>
                    <a:pt x="13848" y="1832"/>
                  </a:lnTo>
                  <a:lnTo>
                    <a:pt x="13897" y="1906"/>
                  </a:lnTo>
                  <a:lnTo>
                    <a:pt x="13946" y="1979"/>
                  </a:lnTo>
                  <a:lnTo>
                    <a:pt x="13970" y="2077"/>
                  </a:lnTo>
                  <a:lnTo>
                    <a:pt x="13995" y="2174"/>
                  </a:lnTo>
                  <a:lnTo>
                    <a:pt x="13995" y="2419"/>
                  </a:lnTo>
                  <a:lnTo>
                    <a:pt x="13922" y="2687"/>
                  </a:lnTo>
                  <a:lnTo>
                    <a:pt x="13824" y="3029"/>
                  </a:lnTo>
                  <a:lnTo>
                    <a:pt x="13677" y="3371"/>
                  </a:lnTo>
                  <a:lnTo>
                    <a:pt x="13482" y="3762"/>
                  </a:lnTo>
                  <a:lnTo>
                    <a:pt x="13238" y="4177"/>
                  </a:lnTo>
                  <a:lnTo>
                    <a:pt x="12993" y="3908"/>
                  </a:lnTo>
                  <a:lnTo>
                    <a:pt x="12749" y="3615"/>
                  </a:lnTo>
                  <a:lnTo>
                    <a:pt x="12407" y="3298"/>
                  </a:lnTo>
                  <a:lnTo>
                    <a:pt x="12041" y="3029"/>
                  </a:lnTo>
                  <a:lnTo>
                    <a:pt x="11675" y="2761"/>
                  </a:lnTo>
                  <a:lnTo>
                    <a:pt x="11308" y="2541"/>
                  </a:lnTo>
                  <a:lnTo>
                    <a:pt x="11748" y="2272"/>
                  </a:lnTo>
                  <a:lnTo>
                    <a:pt x="12187" y="2052"/>
                  </a:lnTo>
                  <a:lnTo>
                    <a:pt x="12554" y="1881"/>
                  </a:lnTo>
                  <a:lnTo>
                    <a:pt x="12920" y="1759"/>
                  </a:lnTo>
                  <a:lnTo>
                    <a:pt x="13213" y="1686"/>
                  </a:lnTo>
                  <a:close/>
                  <a:moveTo>
                    <a:pt x="9721" y="3591"/>
                  </a:moveTo>
                  <a:lnTo>
                    <a:pt x="9794" y="3615"/>
                  </a:lnTo>
                  <a:lnTo>
                    <a:pt x="9916" y="3713"/>
                  </a:lnTo>
                  <a:lnTo>
                    <a:pt x="10014" y="3835"/>
                  </a:lnTo>
                  <a:lnTo>
                    <a:pt x="10038" y="3908"/>
                  </a:lnTo>
                  <a:lnTo>
                    <a:pt x="10038" y="3982"/>
                  </a:lnTo>
                  <a:lnTo>
                    <a:pt x="10038" y="4055"/>
                  </a:lnTo>
                  <a:lnTo>
                    <a:pt x="10014" y="4128"/>
                  </a:lnTo>
                  <a:lnTo>
                    <a:pt x="9916" y="4250"/>
                  </a:lnTo>
                  <a:lnTo>
                    <a:pt x="9794" y="4348"/>
                  </a:lnTo>
                  <a:lnTo>
                    <a:pt x="9721" y="4372"/>
                  </a:lnTo>
                  <a:lnTo>
                    <a:pt x="9574" y="4372"/>
                  </a:lnTo>
                  <a:lnTo>
                    <a:pt x="9501" y="4348"/>
                  </a:lnTo>
                  <a:lnTo>
                    <a:pt x="9379" y="4250"/>
                  </a:lnTo>
                  <a:lnTo>
                    <a:pt x="9281" y="4128"/>
                  </a:lnTo>
                  <a:lnTo>
                    <a:pt x="9257" y="4055"/>
                  </a:lnTo>
                  <a:lnTo>
                    <a:pt x="9257" y="3982"/>
                  </a:lnTo>
                  <a:lnTo>
                    <a:pt x="9257" y="3908"/>
                  </a:lnTo>
                  <a:lnTo>
                    <a:pt x="9281" y="3835"/>
                  </a:lnTo>
                  <a:lnTo>
                    <a:pt x="9379" y="3713"/>
                  </a:lnTo>
                  <a:lnTo>
                    <a:pt x="9501" y="3615"/>
                  </a:lnTo>
                  <a:lnTo>
                    <a:pt x="9574" y="3591"/>
                  </a:lnTo>
                  <a:close/>
                  <a:moveTo>
                    <a:pt x="8182" y="3322"/>
                  </a:moveTo>
                  <a:lnTo>
                    <a:pt x="8304" y="3347"/>
                  </a:lnTo>
                  <a:lnTo>
                    <a:pt x="8402" y="3371"/>
                  </a:lnTo>
                  <a:lnTo>
                    <a:pt x="8500" y="3420"/>
                  </a:lnTo>
                  <a:lnTo>
                    <a:pt x="8597" y="3493"/>
                  </a:lnTo>
                  <a:lnTo>
                    <a:pt x="8671" y="3591"/>
                  </a:lnTo>
                  <a:lnTo>
                    <a:pt x="8719" y="3689"/>
                  </a:lnTo>
                  <a:lnTo>
                    <a:pt x="8768" y="3786"/>
                  </a:lnTo>
                  <a:lnTo>
                    <a:pt x="8768" y="3908"/>
                  </a:lnTo>
                  <a:lnTo>
                    <a:pt x="8768" y="4031"/>
                  </a:lnTo>
                  <a:lnTo>
                    <a:pt x="8719" y="4153"/>
                  </a:lnTo>
                  <a:lnTo>
                    <a:pt x="8671" y="4250"/>
                  </a:lnTo>
                  <a:lnTo>
                    <a:pt x="8597" y="4324"/>
                  </a:lnTo>
                  <a:lnTo>
                    <a:pt x="8500" y="4397"/>
                  </a:lnTo>
                  <a:lnTo>
                    <a:pt x="8402" y="4446"/>
                  </a:lnTo>
                  <a:lnTo>
                    <a:pt x="8304" y="4495"/>
                  </a:lnTo>
                  <a:lnTo>
                    <a:pt x="8060" y="4495"/>
                  </a:lnTo>
                  <a:lnTo>
                    <a:pt x="7962" y="4446"/>
                  </a:lnTo>
                  <a:lnTo>
                    <a:pt x="7865" y="4397"/>
                  </a:lnTo>
                  <a:lnTo>
                    <a:pt x="7767" y="4324"/>
                  </a:lnTo>
                  <a:lnTo>
                    <a:pt x="7694" y="4250"/>
                  </a:lnTo>
                  <a:lnTo>
                    <a:pt x="7645" y="4153"/>
                  </a:lnTo>
                  <a:lnTo>
                    <a:pt x="7596" y="4031"/>
                  </a:lnTo>
                  <a:lnTo>
                    <a:pt x="7596" y="3908"/>
                  </a:lnTo>
                  <a:lnTo>
                    <a:pt x="7596" y="3786"/>
                  </a:lnTo>
                  <a:lnTo>
                    <a:pt x="7645" y="3689"/>
                  </a:lnTo>
                  <a:lnTo>
                    <a:pt x="7694" y="3591"/>
                  </a:lnTo>
                  <a:lnTo>
                    <a:pt x="7767" y="3493"/>
                  </a:lnTo>
                  <a:lnTo>
                    <a:pt x="7865" y="3420"/>
                  </a:lnTo>
                  <a:lnTo>
                    <a:pt x="7962" y="3371"/>
                  </a:lnTo>
                  <a:lnTo>
                    <a:pt x="8060" y="3347"/>
                  </a:lnTo>
                  <a:lnTo>
                    <a:pt x="8182" y="3322"/>
                  </a:lnTo>
                  <a:close/>
                  <a:moveTo>
                    <a:pt x="9086" y="4763"/>
                  </a:moveTo>
                  <a:lnTo>
                    <a:pt x="9159" y="4788"/>
                  </a:lnTo>
                  <a:lnTo>
                    <a:pt x="9281" y="4885"/>
                  </a:lnTo>
                  <a:lnTo>
                    <a:pt x="9354" y="5007"/>
                  </a:lnTo>
                  <a:lnTo>
                    <a:pt x="9379" y="5081"/>
                  </a:lnTo>
                  <a:lnTo>
                    <a:pt x="9379" y="5154"/>
                  </a:lnTo>
                  <a:lnTo>
                    <a:pt x="9379" y="5227"/>
                  </a:lnTo>
                  <a:lnTo>
                    <a:pt x="9354" y="5301"/>
                  </a:lnTo>
                  <a:lnTo>
                    <a:pt x="9281" y="5423"/>
                  </a:lnTo>
                  <a:lnTo>
                    <a:pt x="9159" y="5520"/>
                  </a:lnTo>
                  <a:lnTo>
                    <a:pt x="9086" y="5545"/>
                  </a:lnTo>
                  <a:lnTo>
                    <a:pt x="8915" y="5545"/>
                  </a:lnTo>
                  <a:lnTo>
                    <a:pt x="8842" y="5520"/>
                  </a:lnTo>
                  <a:lnTo>
                    <a:pt x="8719" y="5423"/>
                  </a:lnTo>
                  <a:lnTo>
                    <a:pt x="8646" y="5301"/>
                  </a:lnTo>
                  <a:lnTo>
                    <a:pt x="8622" y="5227"/>
                  </a:lnTo>
                  <a:lnTo>
                    <a:pt x="8597" y="5154"/>
                  </a:lnTo>
                  <a:lnTo>
                    <a:pt x="8622" y="5081"/>
                  </a:lnTo>
                  <a:lnTo>
                    <a:pt x="8646" y="5007"/>
                  </a:lnTo>
                  <a:lnTo>
                    <a:pt x="8719" y="4885"/>
                  </a:lnTo>
                  <a:lnTo>
                    <a:pt x="8842" y="4788"/>
                  </a:lnTo>
                  <a:lnTo>
                    <a:pt x="8915" y="4763"/>
                  </a:lnTo>
                  <a:close/>
                  <a:moveTo>
                    <a:pt x="2540" y="11309"/>
                  </a:moveTo>
                  <a:lnTo>
                    <a:pt x="2760" y="11675"/>
                  </a:lnTo>
                  <a:lnTo>
                    <a:pt x="3029" y="12041"/>
                  </a:lnTo>
                  <a:lnTo>
                    <a:pt x="3298" y="12408"/>
                  </a:lnTo>
                  <a:lnTo>
                    <a:pt x="3615" y="12750"/>
                  </a:lnTo>
                  <a:lnTo>
                    <a:pt x="3908" y="12994"/>
                  </a:lnTo>
                  <a:lnTo>
                    <a:pt x="4177" y="13238"/>
                  </a:lnTo>
                  <a:lnTo>
                    <a:pt x="3762" y="13482"/>
                  </a:lnTo>
                  <a:lnTo>
                    <a:pt x="3371" y="13678"/>
                  </a:lnTo>
                  <a:lnTo>
                    <a:pt x="3029" y="13824"/>
                  </a:lnTo>
                  <a:lnTo>
                    <a:pt x="2687" y="13922"/>
                  </a:lnTo>
                  <a:lnTo>
                    <a:pt x="2418" y="13995"/>
                  </a:lnTo>
                  <a:lnTo>
                    <a:pt x="2174" y="13995"/>
                  </a:lnTo>
                  <a:lnTo>
                    <a:pt x="2076" y="13971"/>
                  </a:lnTo>
                  <a:lnTo>
                    <a:pt x="1979" y="13946"/>
                  </a:lnTo>
                  <a:lnTo>
                    <a:pt x="1905" y="13897"/>
                  </a:lnTo>
                  <a:lnTo>
                    <a:pt x="1832" y="13849"/>
                  </a:lnTo>
                  <a:lnTo>
                    <a:pt x="1759" y="13775"/>
                  </a:lnTo>
                  <a:lnTo>
                    <a:pt x="1734" y="13678"/>
                  </a:lnTo>
                  <a:lnTo>
                    <a:pt x="1686" y="13580"/>
                  </a:lnTo>
                  <a:lnTo>
                    <a:pt x="1686" y="13482"/>
                  </a:lnTo>
                  <a:lnTo>
                    <a:pt x="1686" y="13214"/>
                  </a:lnTo>
                  <a:lnTo>
                    <a:pt x="1759" y="12921"/>
                  </a:lnTo>
                  <a:lnTo>
                    <a:pt x="1881" y="12554"/>
                  </a:lnTo>
                  <a:lnTo>
                    <a:pt x="2052" y="12188"/>
                  </a:lnTo>
                  <a:lnTo>
                    <a:pt x="2272" y="11748"/>
                  </a:lnTo>
                  <a:lnTo>
                    <a:pt x="2540" y="11309"/>
                  </a:lnTo>
                  <a:close/>
                  <a:moveTo>
                    <a:pt x="15362" y="1"/>
                  </a:moveTo>
                  <a:lnTo>
                    <a:pt x="15094" y="25"/>
                  </a:lnTo>
                  <a:lnTo>
                    <a:pt x="14801" y="74"/>
                  </a:lnTo>
                  <a:lnTo>
                    <a:pt x="14483" y="172"/>
                  </a:lnTo>
                  <a:lnTo>
                    <a:pt x="14141" y="294"/>
                  </a:lnTo>
                  <a:lnTo>
                    <a:pt x="13775" y="440"/>
                  </a:lnTo>
                  <a:lnTo>
                    <a:pt x="13384" y="611"/>
                  </a:lnTo>
                  <a:lnTo>
                    <a:pt x="12993" y="831"/>
                  </a:lnTo>
                  <a:lnTo>
                    <a:pt x="12578" y="1051"/>
                  </a:lnTo>
                  <a:lnTo>
                    <a:pt x="11699" y="1613"/>
                  </a:lnTo>
                  <a:lnTo>
                    <a:pt x="10747" y="2272"/>
                  </a:lnTo>
                  <a:lnTo>
                    <a:pt x="10307" y="2101"/>
                  </a:lnTo>
                  <a:lnTo>
                    <a:pt x="9843" y="1955"/>
                  </a:lnTo>
                  <a:lnTo>
                    <a:pt x="9379" y="1857"/>
                  </a:lnTo>
                  <a:lnTo>
                    <a:pt x="8915" y="1784"/>
                  </a:lnTo>
                  <a:lnTo>
                    <a:pt x="8451" y="1735"/>
                  </a:lnTo>
                  <a:lnTo>
                    <a:pt x="7962" y="1735"/>
                  </a:lnTo>
                  <a:lnTo>
                    <a:pt x="7498" y="1784"/>
                  </a:lnTo>
                  <a:lnTo>
                    <a:pt x="7034" y="1832"/>
                  </a:lnTo>
                  <a:lnTo>
                    <a:pt x="6570" y="1930"/>
                  </a:lnTo>
                  <a:lnTo>
                    <a:pt x="6106" y="2077"/>
                  </a:lnTo>
                  <a:lnTo>
                    <a:pt x="5667" y="2248"/>
                  </a:lnTo>
                  <a:lnTo>
                    <a:pt x="5227" y="2443"/>
                  </a:lnTo>
                  <a:lnTo>
                    <a:pt x="4787" y="2687"/>
                  </a:lnTo>
                  <a:lnTo>
                    <a:pt x="4397" y="2980"/>
                  </a:lnTo>
                  <a:lnTo>
                    <a:pt x="4006" y="3273"/>
                  </a:lnTo>
                  <a:lnTo>
                    <a:pt x="3615" y="3615"/>
                  </a:lnTo>
                  <a:lnTo>
                    <a:pt x="3273" y="4006"/>
                  </a:lnTo>
                  <a:lnTo>
                    <a:pt x="2980" y="4397"/>
                  </a:lnTo>
                  <a:lnTo>
                    <a:pt x="2687" y="4788"/>
                  </a:lnTo>
                  <a:lnTo>
                    <a:pt x="2443" y="5227"/>
                  </a:lnTo>
                  <a:lnTo>
                    <a:pt x="2247" y="5667"/>
                  </a:lnTo>
                  <a:lnTo>
                    <a:pt x="2076" y="6107"/>
                  </a:lnTo>
                  <a:lnTo>
                    <a:pt x="1930" y="6571"/>
                  </a:lnTo>
                  <a:lnTo>
                    <a:pt x="1832" y="7035"/>
                  </a:lnTo>
                  <a:lnTo>
                    <a:pt x="1783" y="7499"/>
                  </a:lnTo>
                  <a:lnTo>
                    <a:pt x="1734" y="7963"/>
                  </a:lnTo>
                  <a:lnTo>
                    <a:pt x="1734" y="8451"/>
                  </a:lnTo>
                  <a:lnTo>
                    <a:pt x="1783" y="8915"/>
                  </a:lnTo>
                  <a:lnTo>
                    <a:pt x="1857" y="9379"/>
                  </a:lnTo>
                  <a:lnTo>
                    <a:pt x="1954" y="9843"/>
                  </a:lnTo>
                  <a:lnTo>
                    <a:pt x="2101" y="10307"/>
                  </a:lnTo>
                  <a:lnTo>
                    <a:pt x="2272" y="10747"/>
                  </a:lnTo>
                  <a:lnTo>
                    <a:pt x="1612" y="11699"/>
                  </a:lnTo>
                  <a:lnTo>
                    <a:pt x="1051" y="12579"/>
                  </a:lnTo>
                  <a:lnTo>
                    <a:pt x="831" y="12994"/>
                  </a:lnTo>
                  <a:lnTo>
                    <a:pt x="611" y="13385"/>
                  </a:lnTo>
                  <a:lnTo>
                    <a:pt x="440" y="13775"/>
                  </a:lnTo>
                  <a:lnTo>
                    <a:pt x="293" y="14142"/>
                  </a:lnTo>
                  <a:lnTo>
                    <a:pt x="171" y="14484"/>
                  </a:lnTo>
                  <a:lnTo>
                    <a:pt x="74" y="14801"/>
                  </a:lnTo>
                  <a:lnTo>
                    <a:pt x="25" y="15094"/>
                  </a:lnTo>
                  <a:lnTo>
                    <a:pt x="0" y="15363"/>
                  </a:lnTo>
                  <a:lnTo>
                    <a:pt x="0" y="15583"/>
                  </a:lnTo>
                  <a:lnTo>
                    <a:pt x="49" y="15802"/>
                  </a:lnTo>
                  <a:lnTo>
                    <a:pt x="123" y="15973"/>
                  </a:lnTo>
                  <a:lnTo>
                    <a:pt x="245" y="16120"/>
                  </a:lnTo>
                  <a:lnTo>
                    <a:pt x="342" y="16218"/>
                  </a:lnTo>
                  <a:lnTo>
                    <a:pt x="489" y="16291"/>
                  </a:lnTo>
                  <a:lnTo>
                    <a:pt x="635" y="16340"/>
                  </a:lnTo>
                  <a:lnTo>
                    <a:pt x="806" y="16364"/>
                  </a:lnTo>
                  <a:lnTo>
                    <a:pt x="1173" y="16364"/>
                  </a:lnTo>
                  <a:lnTo>
                    <a:pt x="1393" y="16315"/>
                  </a:lnTo>
                  <a:lnTo>
                    <a:pt x="1637" y="16267"/>
                  </a:lnTo>
                  <a:lnTo>
                    <a:pt x="2150" y="16120"/>
                  </a:lnTo>
                  <a:lnTo>
                    <a:pt x="2711" y="15876"/>
                  </a:lnTo>
                  <a:lnTo>
                    <a:pt x="3322" y="15583"/>
                  </a:lnTo>
                  <a:lnTo>
                    <a:pt x="3957" y="15192"/>
                  </a:lnTo>
                  <a:lnTo>
                    <a:pt x="4665" y="14752"/>
                  </a:lnTo>
                  <a:lnTo>
                    <a:pt x="5373" y="14264"/>
                  </a:lnTo>
                  <a:lnTo>
                    <a:pt x="6131" y="13702"/>
                  </a:lnTo>
                  <a:lnTo>
                    <a:pt x="6912" y="13092"/>
                  </a:lnTo>
                  <a:lnTo>
                    <a:pt x="7718" y="12432"/>
                  </a:lnTo>
                  <a:lnTo>
                    <a:pt x="8524" y="11724"/>
                  </a:lnTo>
                  <a:lnTo>
                    <a:pt x="9330" y="10967"/>
                  </a:lnTo>
                  <a:lnTo>
                    <a:pt x="10160" y="10161"/>
                  </a:lnTo>
                  <a:lnTo>
                    <a:pt x="10966" y="9330"/>
                  </a:lnTo>
                  <a:lnTo>
                    <a:pt x="11723" y="8524"/>
                  </a:lnTo>
                  <a:lnTo>
                    <a:pt x="12432" y="7718"/>
                  </a:lnTo>
                  <a:lnTo>
                    <a:pt x="13091" y="6912"/>
                  </a:lnTo>
                  <a:lnTo>
                    <a:pt x="13702" y="6131"/>
                  </a:lnTo>
                  <a:lnTo>
                    <a:pt x="14263" y="5374"/>
                  </a:lnTo>
                  <a:lnTo>
                    <a:pt x="14752" y="4666"/>
                  </a:lnTo>
                  <a:lnTo>
                    <a:pt x="15192" y="3957"/>
                  </a:lnTo>
                  <a:lnTo>
                    <a:pt x="15582" y="3322"/>
                  </a:lnTo>
                  <a:lnTo>
                    <a:pt x="15875" y="2712"/>
                  </a:lnTo>
                  <a:lnTo>
                    <a:pt x="16120" y="2150"/>
                  </a:lnTo>
                  <a:lnTo>
                    <a:pt x="16266" y="1637"/>
                  </a:lnTo>
                  <a:lnTo>
                    <a:pt x="16315" y="1393"/>
                  </a:lnTo>
                  <a:lnTo>
                    <a:pt x="16364" y="1173"/>
                  </a:lnTo>
                  <a:lnTo>
                    <a:pt x="16364" y="978"/>
                  </a:lnTo>
                  <a:lnTo>
                    <a:pt x="16364" y="807"/>
                  </a:lnTo>
                  <a:lnTo>
                    <a:pt x="16339" y="636"/>
                  </a:lnTo>
                  <a:lnTo>
                    <a:pt x="16291" y="489"/>
                  </a:lnTo>
                  <a:lnTo>
                    <a:pt x="16217" y="343"/>
                  </a:lnTo>
                  <a:lnTo>
                    <a:pt x="16120" y="245"/>
                  </a:lnTo>
                  <a:lnTo>
                    <a:pt x="15973" y="123"/>
                  </a:lnTo>
                  <a:lnTo>
                    <a:pt x="15802" y="50"/>
                  </a:lnTo>
                  <a:lnTo>
                    <a:pt x="1558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</p:grpSp>
      <p:grpSp>
        <p:nvGrpSpPr>
          <p:cNvPr id="10" name="Google Shape;215;p18">
            <a:extLst>
              <a:ext uri="{FF2B5EF4-FFF2-40B4-BE49-F238E27FC236}">
                <a16:creationId xmlns:a16="http://schemas.microsoft.com/office/drawing/2014/main" id="{1264D6B2-E6BC-5EF7-482F-C35D6ED5B355}"/>
              </a:ext>
            </a:extLst>
          </p:cNvPr>
          <p:cNvGrpSpPr/>
          <p:nvPr/>
        </p:nvGrpSpPr>
        <p:grpSpPr>
          <a:xfrm rot="1057032">
            <a:off x="9269167" y="2363342"/>
            <a:ext cx="598916" cy="598961"/>
            <a:chOff x="570875" y="4322250"/>
            <a:chExt cx="443300" cy="443325"/>
          </a:xfrm>
        </p:grpSpPr>
        <p:sp>
          <p:nvSpPr>
            <p:cNvPr id="11" name="Google Shape;216;p18">
              <a:extLst>
                <a:ext uri="{FF2B5EF4-FFF2-40B4-BE49-F238E27FC236}">
                  <a16:creationId xmlns:a16="http://schemas.microsoft.com/office/drawing/2014/main" id="{D45E4D5D-B229-3319-D40E-2F659CEE3039}"/>
                </a:ext>
              </a:extLst>
            </p:cNvPr>
            <p:cNvSpPr/>
            <p:nvPr/>
          </p:nvSpPr>
          <p:spPr>
            <a:xfrm>
              <a:off x="570875" y="4322250"/>
              <a:ext cx="443300" cy="443325"/>
            </a:xfrm>
            <a:custGeom>
              <a:avLst/>
              <a:gdLst/>
              <a:ahLst/>
              <a:cxnLst/>
              <a:rect l="l" t="t" r="r" b="b"/>
              <a:pathLst>
                <a:path w="17732" h="17733" extrusionOk="0">
                  <a:moveTo>
                    <a:pt x="13091" y="2712"/>
                  </a:moveTo>
                  <a:lnTo>
                    <a:pt x="13286" y="2736"/>
                  </a:lnTo>
                  <a:lnTo>
                    <a:pt x="13506" y="2785"/>
                  </a:lnTo>
                  <a:lnTo>
                    <a:pt x="13702" y="2858"/>
                  </a:lnTo>
                  <a:lnTo>
                    <a:pt x="13873" y="2956"/>
                  </a:lnTo>
                  <a:lnTo>
                    <a:pt x="14068" y="3054"/>
                  </a:lnTo>
                  <a:lnTo>
                    <a:pt x="14239" y="3176"/>
                  </a:lnTo>
                  <a:lnTo>
                    <a:pt x="14410" y="3323"/>
                  </a:lnTo>
                  <a:lnTo>
                    <a:pt x="14556" y="3493"/>
                  </a:lnTo>
                  <a:lnTo>
                    <a:pt x="14679" y="3664"/>
                  </a:lnTo>
                  <a:lnTo>
                    <a:pt x="14776" y="3860"/>
                  </a:lnTo>
                  <a:lnTo>
                    <a:pt x="14874" y="4031"/>
                  </a:lnTo>
                  <a:lnTo>
                    <a:pt x="14947" y="4226"/>
                  </a:lnTo>
                  <a:lnTo>
                    <a:pt x="14996" y="4446"/>
                  </a:lnTo>
                  <a:lnTo>
                    <a:pt x="15021" y="4641"/>
                  </a:lnTo>
                  <a:lnTo>
                    <a:pt x="15021" y="4861"/>
                  </a:lnTo>
                  <a:lnTo>
                    <a:pt x="15021" y="5057"/>
                  </a:lnTo>
                  <a:lnTo>
                    <a:pt x="14996" y="5252"/>
                  </a:lnTo>
                  <a:lnTo>
                    <a:pt x="14947" y="5472"/>
                  </a:lnTo>
                  <a:lnTo>
                    <a:pt x="14874" y="5667"/>
                  </a:lnTo>
                  <a:lnTo>
                    <a:pt x="14776" y="5838"/>
                  </a:lnTo>
                  <a:lnTo>
                    <a:pt x="14679" y="6033"/>
                  </a:lnTo>
                  <a:lnTo>
                    <a:pt x="14556" y="6204"/>
                  </a:lnTo>
                  <a:lnTo>
                    <a:pt x="14410" y="6375"/>
                  </a:lnTo>
                  <a:lnTo>
                    <a:pt x="13433" y="7328"/>
                  </a:lnTo>
                  <a:lnTo>
                    <a:pt x="13311" y="7426"/>
                  </a:lnTo>
                  <a:lnTo>
                    <a:pt x="13189" y="7499"/>
                  </a:lnTo>
                  <a:lnTo>
                    <a:pt x="13042" y="7548"/>
                  </a:lnTo>
                  <a:lnTo>
                    <a:pt x="12871" y="7572"/>
                  </a:lnTo>
                  <a:lnTo>
                    <a:pt x="12725" y="7548"/>
                  </a:lnTo>
                  <a:lnTo>
                    <a:pt x="12578" y="7499"/>
                  </a:lnTo>
                  <a:lnTo>
                    <a:pt x="12456" y="7426"/>
                  </a:lnTo>
                  <a:lnTo>
                    <a:pt x="12334" y="7328"/>
                  </a:lnTo>
                  <a:lnTo>
                    <a:pt x="10405" y="5398"/>
                  </a:lnTo>
                  <a:lnTo>
                    <a:pt x="10307" y="5276"/>
                  </a:lnTo>
                  <a:lnTo>
                    <a:pt x="10234" y="5154"/>
                  </a:lnTo>
                  <a:lnTo>
                    <a:pt x="10185" y="5008"/>
                  </a:lnTo>
                  <a:lnTo>
                    <a:pt x="10160" y="4861"/>
                  </a:lnTo>
                  <a:lnTo>
                    <a:pt x="10185" y="4690"/>
                  </a:lnTo>
                  <a:lnTo>
                    <a:pt x="10234" y="4544"/>
                  </a:lnTo>
                  <a:lnTo>
                    <a:pt x="10307" y="4422"/>
                  </a:lnTo>
                  <a:lnTo>
                    <a:pt x="10405" y="4299"/>
                  </a:lnTo>
                  <a:lnTo>
                    <a:pt x="11357" y="3323"/>
                  </a:lnTo>
                  <a:lnTo>
                    <a:pt x="11528" y="3176"/>
                  </a:lnTo>
                  <a:lnTo>
                    <a:pt x="11699" y="3054"/>
                  </a:lnTo>
                  <a:lnTo>
                    <a:pt x="11894" y="2956"/>
                  </a:lnTo>
                  <a:lnTo>
                    <a:pt x="12065" y="2858"/>
                  </a:lnTo>
                  <a:lnTo>
                    <a:pt x="12261" y="2785"/>
                  </a:lnTo>
                  <a:lnTo>
                    <a:pt x="12481" y="2736"/>
                  </a:lnTo>
                  <a:lnTo>
                    <a:pt x="12676" y="2712"/>
                  </a:lnTo>
                  <a:close/>
                  <a:moveTo>
                    <a:pt x="8377" y="8867"/>
                  </a:moveTo>
                  <a:lnTo>
                    <a:pt x="8475" y="8891"/>
                  </a:lnTo>
                  <a:lnTo>
                    <a:pt x="8548" y="8915"/>
                  </a:lnTo>
                  <a:lnTo>
                    <a:pt x="8646" y="8964"/>
                  </a:lnTo>
                  <a:lnTo>
                    <a:pt x="8719" y="9013"/>
                  </a:lnTo>
                  <a:lnTo>
                    <a:pt x="8768" y="9086"/>
                  </a:lnTo>
                  <a:lnTo>
                    <a:pt x="8817" y="9184"/>
                  </a:lnTo>
                  <a:lnTo>
                    <a:pt x="8841" y="9257"/>
                  </a:lnTo>
                  <a:lnTo>
                    <a:pt x="8866" y="9355"/>
                  </a:lnTo>
                  <a:lnTo>
                    <a:pt x="8841" y="9453"/>
                  </a:lnTo>
                  <a:lnTo>
                    <a:pt x="8817" y="9550"/>
                  </a:lnTo>
                  <a:lnTo>
                    <a:pt x="8768" y="9624"/>
                  </a:lnTo>
                  <a:lnTo>
                    <a:pt x="8719" y="9697"/>
                  </a:lnTo>
                  <a:lnTo>
                    <a:pt x="6179" y="12237"/>
                  </a:lnTo>
                  <a:lnTo>
                    <a:pt x="6106" y="12310"/>
                  </a:lnTo>
                  <a:lnTo>
                    <a:pt x="6033" y="12359"/>
                  </a:lnTo>
                  <a:lnTo>
                    <a:pt x="5935" y="12383"/>
                  </a:lnTo>
                  <a:lnTo>
                    <a:pt x="5740" y="12383"/>
                  </a:lnTo>
                  <a:lnTo>
                    <a:pt x="5642" y="12359"/>
                  </a:lnTo>
                  <a:lnTo>
                    <a:pt x="5569" y="12310"/>
                  </a:lnTo>
                  <a:lnTo>
                    <a:pt x="5496" y="12237"/>
                  </a:lnTo>
                  <a:lnTo>
                    <a:pt x="5422" y="12164"/>
                  </a:lnTo>
                  <a:lnTo>
                    <a:pt x="5373" y="12090"/>
                  </a:lnTo>
                  <a:lnTo>
                    <a:pt x="5349" y="11993"/>
                  </a:lnTo>
                  <a:lnTo>
                    <a:pt x="5349" y="11895"/>
                  </a:lnTo>
                  <a:lnTo>
                    <a:pt x="5349" y="11797"/>
                  </a:lnTo>
                  <a:lnTo>
                    <a:pt x="5373" y="11700"/>
                  </a:lnTo>
                  <a:lnTo>
                    <a:pt x="5422" y="11626"/>
                  </a:lnTo>
                  <a:lnTo>
                    <a:pt x="5496" y="11553"/>
                  </a:lnTo>
                  <a:lnTo>
                    <a:pt x="8036" y="9013"/>
                  </a:lnTo>
                  <a:lnTo>
                    <a:pt x="8109" y="8964"/>
                  </a:lnTo>
                  <a:lnTo>
                    <a:pt x="8182" y="8915"/>
                  </a:lnTo>
                  <a:lnTo>
                    <a:pt x="8280" y="8891"/>
                  </a:lnTo>
                  <a:lnTo>
                    <a:pt x="8377" y="8867"/>
                  </a:lnTo>
                  <a:close/>
                  <a:moveTo>
                    <a:pt x="14825" y="1"/>
                  </a:moveTo>
                  <a:lnTo>
                    <a:pt x="14288" y="25"/>
                  </a:lnTo>
                  <a:lnTo>
                    <a:pt x="13751" y="50"/>
                  </a:lnTo>
                  <a:lnTo>
                    <a:pt x="13213" y="123"/>
                  </a:lnTo>
                  <a:lnTo>
                    <a:pt x="12676" y="245"/>
                  </a:lnTo>
                  <a:lnTo>
                    <a:pt x="12163" y="367"/>
                  </a:lnTo>
                  <a:lnTo>
                    <a:pt x="11675" y="538"/>
                  </a:lnTo>
                  <a:lnTo>
                    <a:pt x="11235" y="758"/>
                  </a:lnTo>
                  <a:lnTo>
                    <a:pt x="11015" y="856"/>
                  </a:lnTo>
                  <a:lnTo>
                    <a:pt x="10844" y="1002"/>
                  </a:lnTo>
                  <a:lnTo>
                    <a:pt x="10649" y="1124"/>
                  </a:lnTo>
                  <a:lnTo>
                    <a:pt x="10502" y="1271"/>
                  </a:lnTo>
                  <a:lnTo>
                    <a:pt x="5544" y="6229"/>
                  </a:lnTo>
                  <a:lnTo>
                    <a:pt x="391" y="6229"/>
                  </a:lnTo>
                  <a:lnTo>
                    <a:pt x="245" y="6253"/>
                  </a:lnTo>
                  <a:lnTo>
                    <a:pt x="147" y="6278"/>
                  </a:lnTo>
                  <a:lnTo>
                    <a:pt x="49" y="6327"/>
                  </a:lnTo>
                  <a:lnTo>
                    <a:pt x="0" y="6400"/>
                  </a:lnTo>
                  <a:lnTo>
                    <a:pt x="0" y="6473"/>
                  </a:lnTo>
                  <a:lnTo>
                    <a:pt x="25" y="6571"/>
                  </a:lnTo>
                  <a:lnTo>
                    <a:pt x="74" y="6668"/>
                  </a:lnTo>
                  <a:lnTo>
                    <a:pt x="171" y="6791"/>
                  </a:lnTo>
                  <a:lnTo>
                    <a:pt x="2589" y="9184"/>
                  </a:lnTo>
                  <a:lnTo>
                    <a:pt x="2272" y="9502"/>
                  </a:lnTo>
                  <a:lnTo>
                    <a:pt x="953" y="9746"/>
                  </a:lnTo>
                  <a:lnTo>
                    <a:pt x="806" y="9795"/>
                  </a:lnTo>
                  <a:lnTo>
                    <a:pt x="684" y="9843"/>
                  </a:lnTo>
                  <a:lnTo>
                    <a:pt x="611" y="9941"/>
                  </a:lnTo>
                  <a:lnTo>
                    <a:pt x="562" y="10014"/>
                  </a:lnTo>
                  <a:lnTo>
                    <a:pt x="562" y="10112"/>
                  </a:lnTo>
                  <a:lnTo>
                    <a:pt x="586" y="10234"/>
                  </a:lnTo>
                  <a:lnTo>
                    <a:pt x="635" y="10332"/>
                  </a:lnTo>
                  <a:lnTo>
                    <a:pt x="733" y="10454"/>
                  </a:lnTo>
                  <a:lnTo>
                    <a:pt x="7278" y="16999"/>
                  </a:lnTo>
                  <a:lnTo>
                    <a:pt x="7401" y="17097"/>
                  </a:lnTo>
                  <a:lnTo>
                    <a:pt x="7498" y="17146"/>
                  </a:lnTo>
                  <a:lnTo>
                    <a:pt x="7620" y="17170"/>
                  </a:lnTo>
                  <a:lnTo>
                    <a:pt x="7718" y="17170"/>
                  </a:lnTo>
                  <a:lnTo>
                    <a:pt x="7791" y="17122"/>
                  </a:lnTo>
                  <a:lnTo>
                    <a:pt x="7889" y="17048"/>
                  </a:lnTo>
                  <a:lnTo>
                    <a:pt x="7938" y="16926"/>
                  </a:lnTo>
                  <a:lnTo>
                    <a:pt x="7987" y="16780"/>
                  </a:lnTo>
                  <a:lnTo>
                    <a:pt x="8231" y="15461"/>
                  </a:lnTo>
                  <a:lnTo>
                    <a:pt x="8548" y="15143"/>
                  </a:lnTo>
                  <a:lnTo>
                    <a:pt x="10942" y="17561"/>
                  </a:lnTo>
                  <a:lnTo>
                    <a:pt x="11064" y="17659"/>
                  </a:lnTo>
                  <a:lnTo>
                    <a:pt x="11162" y="17708"/>
                  </a:lnTo>
                  <a:lnTo>
                    <a:pt x="11259" y="17732"/>
                  </a:lnTo>
                  <a:lnTo>
                    <a:pt x="11333" y="17732"/>
                  </a:lnTo>
                  <a:lnTo>
                    <a:pt x="11406" y="17683"/>
                  </a:lnTo>
                  <a:lnTo>
                    <a:pt x="11455" y="17586"/>
                  </a:lnTo>
                  <a:lnTo>
                    <a:pt x="11479" y="17488"/>
                  </a:lnTo>
                  <a:lnTo>
                    <a:pt x="11504" y="17341"/>
                  </a:lnTo>
                  <a:lnTo>
                    <a:pt x="11504" y="12188"/>
                  </a:lnTo>
                  <a:lnTo>
                    <a:pt x="16461" y="7230"/>
                  </a:lnTo>
                  <a:lnTo>
                    <a:pt x="16608" y="7084"/>
                  </a:lnTo>
                  <a:lnTo>
                    <a:pt x="16730" y="6888"/>
                  </a:lnTo>
                  <a:lnTo>
                    <a:pt x="16877" y="6693"/>
                  </a:lnTo>
                  <a:lnTo>
                    <a:pt x="16974" y="6498"/>
                  </a:lnTo>
                  <a:lnTo>
                    <a:pt x="17194" y="6058"/>
                  </a:lnTo>
                  <a:lnTo>
                    <a:pt x="17365" y="5569"/>
                  </a:lnTo>
                  <a:lnTo>
                    <a:pt x="17487" y="5057"/>
                  </a:lnTo>
                  <a:lnTo>
                    <a:pt x="17609" y="4519"/>
                  </a:lnTo>
                  <a:lnTo>
                    <a:pt x="17683" y="3982"/>
                  </a:lnTo>
                  <a:lnTo>
                    <a:pt x="17707" y="3445"/>
                  </a:lnTo>
                  <a:lnTo>
                    <a:pt x="17731" y="2907"/>
                  </a:lnTo>
                  <a:lnTo>
                    <a:pt x="17731" y="2419"/>
                  </a:lnTo>
                  <a:lnTo>
                    <a:pt x="17707" y="1955"/>
                  </a:lnTo>
                  <a:lnTo>
                    <a:pt x="17658" y="1515"/>
                  </a:lnTo>
                  <a:lnTo>
                    <a:pt x="17585" y="1149"/>
                  </a:lnTo>
                  <a:lnTo>
                    <a:pt x="17512" y="831"/>
                  </a:lnTo>
                  <a:lnTo>
                    <a:pt x="17414" y="587"/>
                  </a:lnTo>
                  <a:lnTo>
                    <a:pt x="17341" y="489"/>
                  </a:lnTo>
                  <a:lnTo>
                    <a:pt x="17292" y="441"/>
                  </a:lnTo>
                  <a:lnTo>
                    <a:pt x="17243" y="392"/>
                  </a:lnTo>
                  <a:lnTo>
                    <a:pt x="17145" y="318"/>
                  </a:lnTo>
                  <a:lnTo>
                    <a:pt x="16901" y="221"/>
                  </a:lnTo>
                  <a:lnTo>
                    <a:pt x="16584" y="148"/>
                  </a:lnTo>
                  <a:lnTo>
                    <a:pt x="16217" y="74"/>
                  </a:lnTo>
                  <a:lnTo>
                    <a:pt x="15778" y="25"/>
                  </a:lnTo>
                  <a:lnTo>
                    <a:pt x="1531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2" name="Google Shape;217;p18">
              <a:extLst>
                <a:ext uri="{FF2B5EF4-FFF2-40B4-BE49-F238E27FC236}">
                  <a16:creationId xmlns:a16="http://schemas.microsoft.com/office/drawing/2014/main" id="{50E12CB8-0FDB-F0D3-7D0D-0BFA6BD360B7}"/>
                </a:ext>
              </a:extLst>
            </p:cNvPr>
            <p:cNvSpPr/>
            <p:nvPr/>
          </p:nvSpPr>
          <p:spPr>
            <a:xfrm>
              <a:off x="597725" y="4665400"/>
              <a:ext cx="73300" cy="73300"/>
            </a:xfrm>
            <a:custGeom>
              <a:avLst/>
              <a:gdLst/>
              <a:ahLst/>
              <a:cxnLst/>
              <a:rect l="l" t="t" r="r" b="b"/>
              <a:pathLst>
                <a:path w="2932" h="2932" extrusionOk="0">
                  <a:moveTo>
                    <a:pt x="2028" y="1"/>
                  </a:moveTo>
                  <a:lnTo>
                    <a:pt x="1857" y="25"/>
                  </a:lnTo>
                  <a:lnTo>
                    <a:pt x="1686" y="74"/>
                  </a:lnTo>
                  <a:lnTo>
                    <a:pt x="1515" y="147"/>
                  </a:lnTo>
                  <a:lnTo>
                    <a:pt x="1369" y="269"/>
                  </a:lnTo>
                  <a:lnTo>
                    <a:pt x="1222" y="489"/>
                  </a:lnTo>
                  <a:lnTo>
                    <a:pt x="1002" y="831"/>
                  </a:lnTo>
                  <a:lnTo>
                    <a:pt x="563" y="1735"/>
                  </a:lnTo>
                  <a:lnTo>
                    <a:pt x="172" y="2565"/>
                  </a:lnTo>
                  <a:lnTo>
                    <a:pt x="1" y="2932"/>
                  </a:lnTo>
                  <a:lnTo>
                    <a:pt x="1" y="2932"/>
                  </a:lnTo>
                  <a:lnTo>
                    <a:pt x="367" y="2761"/>
                  </a:lnTo>
                  <a:lnTo>
                    <a:pt x="1198" y="2370"/>
                  </a:lnTo>
                  <a:lnTo>
                    <a:pt x="2101" y="1930"/>
                  </a:lnTo>
                  <a:lnTo>
                    <a:pt x="2443" y="1710"/>
                  </a:lnTo>
                  <a:lnTo>
                    <a:pt x="2663" y="1564"/>
                  </a:lnTo>
                  <a:lnTo>
                    <a:pt x="2785" y="1417"/>
                  </a:lnTo>
                  <a:lnTo>
                    <a:pt x="2858" y="1246"/>
                  </a:lnTo>
                  <a:lnTo>
                    <a:pt x="2907" y="1075"/>
                  </a:lnTo>
                  <a:lnTo>
                    <a:pt x="2932" y="904"/>
                  </a:lnTo>
                  <a:lnTo>
                    <a:pt x="2907" y="733"/>
                  </a:lnTo>
                  <a:lnTo>
                    <a:pt x="2858" y="562"/>
                  </a:lnTo>
                  <a:lnTo>
                    <a:pt x="2785" y="416"/>
                  </a:lnTo>
                  <a:lnTo>
                    <a:pt x="2663" y="269"/>
                  </a:lnTo>
                  <a:lnTo>
                    <a:pt x="2517" y="147"/>
                  </a:lnTo>
                  <a:lnTo>
                    <a:pt x="2370" y="74"/>
                  </a:lnTo>
                  <a:lnTo>
                    <a:pt x="2199" y="25"/>
                  </a:lnTo>
                  <a:lnTo>
                    <a:pt x="202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3" name="Google Shape;218;p18">
              <a:extLst>
                <a:ext uri="{FF2B5EF4-FFF2-40B4-BE49-F238E27FC236}">
                  <a16:creationId xmlns:a16="http://schemas.microsoft.com/office/drawing/2014/main" id="{BE1E5BCE-C861-FE81-EF66-D2CF62494130}"/>
                </a:ext>
              </a:extLst>
            </p:cNvPr>
            <p:cNvSpPr/>
            <p:nvPr/>
          </p:nvSpPr>
          <p:spPr>
            <a:xfrm>
              <a:off x="654525" y="4708150"/>
              <a:ext cx="47025" cy="47025"/>
            </a:xfrm>
            <a:custGeom>
              <a:avLst/>
              <a:gdLst/>
              <a:ahLst/>
              <a:cxnLst/>
              <a:rect l="l" t="t" r="r" b="b"/>
              <a:pathLst>
                <a:path w="1881" h="1881" extrusionOk="0">
                  <a:moveTo>
                    <a:pt x="1124" y="0"/>
                  </a:moveTo>
                  <a:lnTo>
                    <a:pt x="977" y="25"/>
                  </a:lnTo>
                  <a:lnTo>
                    <a:pt x="831" y="74"/>
                  </a:lnTo>
                  <a:lnTo>
                    <a:pt x="709" y="147"/>
                  </a:lnTo>
                  <a:lnTo>
                    <a:pt x="586" y="245"/>
                  </a:lnTo>
                  <a:lnTo>
                    <a:pt x="464" y="391"/>
                  </a:lnTo>
                  <a:lnTo>
                    <a:pt x="367" y="611"/>
                  </a:lnTo>
                  <a:lnTo>
                    <a:pt x="269" y="880"/>
                  </a:lnTo>
                  <a:lnTo>
                    <a:pt x="171" y="1173"/>
                  </a:lnTo>
                  <a:lnTo>
                    <a:pt x="49" y="1686"/>
                  </a:lnTo>
                  <a:lnTo>
                    <a:pt x="0" y="1881"/>
                  </a:lnTo>
                  <a:lnTo>
                    <a:pt x="0" y="1881"/>
                  </a:lnTo>
                  <a:lnTo>
                    <a:pt x="220" y="1857"/>
                  </a:lnTo>
                  <a:lnTo>
                    <a:pt x="733" y="1710"/>
                  </a:lnTo>
                  <a:lnTo>
                    <a:pt x="1002" y="1637"/>
                  </a:lnTo>
                  <a:lnTo>
                    <a:pt x="1270" y="1539"/>
                  </a:lnTo>
                  <a:lnTo>
                    <a:pt x="1515" y="1417"/>
                  </a:lnTo>
                  <a:lnTo>
                    <a:pt x="1661" y="1319"/>
                  </a:lnTo>
                  <a:lnTo>
                    <a:pt x="1759" y="1197"/>
                  </a:lnTo>
                  <a:lnTo>
                    <a:pt x="1832" y="1051"/>
                  </a:lnTo>
                  <a:lnTo>
                    <a:pt x="1881" y="928"/>
                  </a:lnTo>
                  <a:lnTo>
                    <a:pt x="1881" y="782"/>
                  </a:lnTo>
                  <a:lnTo>
                    <a:pt x="1881" y="635"/>
                  </a:lnTo>
                  <a:lnTo>
                    <a:pt x="1832" y="489"/>
                  </a:lnTo>
                  <a:lnTo>
                    <a:pt x="1759" y="367"/>
                  </a:lnTo>
                  <a:lnTo>
                    <a:pt x="1661" y="245"/>
                  </a:lnTo>
                  <a:lnTo>
                    <a:pt x="1539" y="147"/>
                  </a:lnTo>
                  <a:lnTo>
                    <a:pt x="1417" y="74"/>
                  </a:lnTo>
                  <a:lnTo>
                    <a:pt x="1270" y="25"/>
                  </a:lnTo>
                  <a:lnTo>
                    <a:pt x="112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4" name="Google Shape;219;p18">
              <a:extLst>
                <a:ext uri="{FF2B5EF4-FFF2-40B4-BE49-F238E27FC236}">
                  <a16:creationId xmlns:a16="http://schemas.microsoft.com/office/drawing/2014/main" id="{1E05D06D-56D4-8A1B-D972-5E366E2339AC}"/>
                </a:ext>
              </a:extLst>
            </p:cNvPr>
            <p:cNvSpPr/>
            <p:nvPr/>
          </p:nvSpPr>
          <p:spPr>
            <a:xfrm>
              <a:off x="581250" y="4634875"/>
              <a:ext cx="47050" cy="47050"/>
            </a:xfrm>
            <a:custGeom>
              <a:avLst/>
              <a:gdLst/>
              <a:ahLst/>
              <a:cxnLst/>
              <a:rect l="l" t="t" r="r" b="b"/>
              <a:pathLst>
                <a:path w="1882" h="1882" extrusionOk="0">
                  <a:moveTo>
                    <a:pt x="953" y="1"/>
                  </a:moveTo>
                  <a:lnTo>
                    <a:pt x="831" y="49"/>
                  </a:lnTo>
                  <a:lnTo>
                    <a:pt x="684" y="123"/>
                  </a:lnTo>
                  <a:lnTo>
                    <a:pt x="562" y="220"/>
                  </a:lnTo>
                  <a:lnTo>
                    <a:pt x="465" y="367"/>
                  </a:lnTo>
                  <a:lnTo>
                    <a:pt x="342" y="611"/>
                  </a:lnTo>
                  <a:lnTo>
                    <a:pt x="245" y="880"/>
                  </a:lnTo>
                  <a:lnTo>
                    <a:pt x="171" y="1148"/>
                  </a:lnTo>
                  <a:lnTo>
                    <a:pt x="25" y="1661"/>
                  </a:lnTo>
                  <a:lnTo>
                    <a:pt x="1" y="1881"/>
                  </a:lnTo>
                  <a:lnTo>
                    <a:pt x="196" y="1832"/>
                  </a:lnTo>
                  <a:lnTo>
                    <a:pt x="709" y="1710"/>
                  </a:lnTo>
                  <a:lnTo>
                    <a:pt x="1002" y="1613"/>
                  </a:lnTo>
                  <a:lnTo>
                    <a:pt x="1271" y="1515"/>
                  </a:lnTo>
                  <a:lnTo>
                    <a:pt x="1490" y="1417"/>
                  </a:lnTo>
                  <a:lnTo>
                    <a:pt x="1637" y="1295"/>
                  </a:lnTo>
                  <a:lnTo>
                    <a:pt x="1735" y="1173"/>
                  </a:lnTo>
                  <a:lnTo>
                    <a:pt x="1808" y="1051"/>
                  </a:lnTo>
                  <a:lnTo>
                    <a:pt x="1857" y="904"/>
                  </a:lnTo>
                  <a:lnTo>
                    <a:pt x="1881" y="758"/>
                  </a:lnTo>
                  <a:lnTo>
                    <a:pt x="1857" y="611"/>
                  </a:lnTo>
                  <a:lnTo>
                    <a:pt x="1808" y="465"/>
                  </a:lnTo>
                  <a:lnTo>
                    <a:pt x="1735" y="343"/>
                  </a:lnTo>
                  <a:lnTo>
                    <a:pt x="1637" y="220"/>
                  </a:lnTo>
                  <a:lnTo>
                    <a:pt x="1515" y="123"/>
                  </a:lnTo>
                  <a:lnTo>
                    <a:pt x="1393" y="49"/>
                  </a:lnTo>
                  <a:lnTo>
                    <a:pt x="124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</p:grpSp>
      <p:sp>
        <p:nvSpPr>
          <p:cNvPr id="15" name="Google Shape;220;p18">
            <a:extLst>
              <a:ext uri="{FF2B5EF4-FFF2-40B4-BE49-F238E27FC236}">
                <a16:creationId xmlns:a16="http://schemas.microsoft.com/office/drawing/2014/main" id="{9F1043A8-CC08-1892-C89B-697F90412A72}"/>
              </a:ext>
            </a:extLst>
          </p:cNvPr>
          <p:cNvSpPr/>
          <p:nvPr/>
        </p:nvSpPr>
        <p:spPr>
          <a:xfrm rot="2466689">
            <a:off x="9336371" y="1826310"/>
            <a:ext cx="294001" cy="280722"/>
          </a:xfrm>
          <a:custGeom>
            <a:avLst/>
            <a:gdLst/>
            <a:ahLst/>
            <a:cxnLst/>
            <a:rect l="l" t="t" r="r" b="b"/>
            <a:pathLst>
              <a:path w="15144" h="14460" extrusionOk="0">
                <a:moveTo>
                  <a:pt x="7572" y="1"/>
                </a:moveTo>
                <a:lnTo>
                  <a:pt x="7499" y="25"/>
                </a:lnTo>
                <a:lnTo>
                  <a:pt x="7401" y="74"/>
                </a:lnTo>
                <a:lnTo>
                  <a:pt x="7328" y="172"/>
                </a:lnTo>
                <a:lnTo>
                  <a:pt x="7255" y="294"/>
                </a:lnTo>
                <a:lnTo>
                  <a:pt x="5594" y="4104"/>
                </a:lnTo>
                <a:lnTo>
                  <a:pt x="5521" y="4226"/>
                </a:lnTo>
                <a:lnTo>
                  <a:pt x="5398" y="4373"/>
                </a:lnTo>
                <a:lnTo>
                  <a:pt x="5276" y="4495"/>
                </a:lnTo>
                <a:lnTo>
                  <a:pt x="5130" y="4617"/>
                </a:lnTo>
                <a:lnTo>
                  <a:pt x="4983" y="4715"/>
                </a:lnTo>
                <a:lnTo>
                  <a:pt x="4812" y="4788"/>
                </a:lnTo>
                <a:lnTo>
                  <a:pt x="4666" y="4861"/>
                </a:lnTo>
                <a:lnTo>
                  <a:pt x="4495" y="4886"/>
                </a:lnTo>
                <a:lnTo>
                  <a:pt x="392" y="5301"/>
                </a:lnTo>
                <a:lnTo>
                  <a:pt x="245" y="5325"/>
                </a:lnTo>
                <a:lnTo>
                  <a:pt x="123" y="5374"/>
                </a:lnTo>
                <a:lnTo>
                  <a:pt x="50" y="5423"/>
                </a:lnTo>
                <a:lnTo>
                  <a:pt x="1" y="5521"/>
                </a:lnTo>
                <a:lnTo>
                  <a:pt x="1" y="5594"/>
                </a:lnTo>
                <a:lnTo>
                  <a:pt x="25" y="5692"/>
                </a:lnTo>
                <a:lnTo>
                  <a:pt x="74" y="5789"/>
                </a:lnTo>
                <a:lnTo>
                  <a:pt x="196" y="5911"/>
                </a:lnTo>
                <a:lnTo>
                  <a:pt x="3274" y="8647"/>
                </a:lnTo>
                <a:lnTo>
                  <a:pt x="3396" y="8769"/>
                </a:lnTo>
                <a:lnTo>
                  <a:pt x="3493" y="8915"/>
                </a:lnTo>
                <a:lnTo>
                  <a:pt x="3567" y="9086"/>
                </a:lnTo>
                <a:lnTo>
                  <a:pt x="3640" y="9257"/>
                </a:lnTo>
                <a:lnTo>
                  <a:pt x="3689" y="9428"/>
                </a:lnTo>
                <a:lnTo>
                  <a:pt x="3713" y="9599"/>
                </a:lnTo>
                <a:lnTo>
                  <a:pt x="3713" y="9770"/>
                </a:lnTo>
                <a:lnTo>
                  <a:pt x="3689" y="9941"/>
                </a:lnTo>
                <a:lnTo>
                  <a:pt x="2810" y="13995"/>
                </a:lnTo>
                <a:lnTo>
                  <a:pt x="2785" y="14142"/>
                </a:lnTo>
                <a:lnTo>
                  <a:pt x="2810" y="14240"/>
                </a:lnTo>
                <a:lnTo>
                  <a:pt x="2834" y="14337"/>
                </a:lnTo>
                <a:lnTo>
                  <a:pt x="2883" y="14411"/>
                </a:lnTo>
                <a:lnTo>
                  <a:pt x="2981" y="14435"/>
                </a:lnTo>
                <a:lnTo>
                  <a:pt x="3078" y="14459"/>
                </a:lnTo>
                <a:lnTo>
                  <a:pt x="3200" y="14411"/>
                </a:lnTo>
                <a:lnTo>
                  <a:pt x="3322" y="14362"/>
                </a:lnTo>
                <a:lnTo>
                  <a:pt x="6888" y="12261"/>
                </a:lnTo>
                <a:lnTo>
                  <a:pt x="7035" y="12188"/>
                </a:lnTo>
                <a:lnTo>
                  <a:pt x="7206" y="12139"/>
                </a:lnTo>
                <a:lnTo>
                  <a:pt x="7401" y="12115"/>
                </a:lnTo>
                <a:lnTo>
                  <a:pt x="7743" y="12115"/>
                </a:lnTo>
                <a:lnTo>
                  <a:pt x="7938" y="12139"/>
                </a:lnTo>
                <a:lnTo>
                  <a:pt x="8109" y="12188"/>
                </a:lnTo>
                <a:lnTo>
                  <a:pt x="8256" y="12261"/>
                </a:lnTo>
                <a:lnTo>
                  <a:pt x="11822" y="14362"/>
                </a:lnTo>
                <a:lnTo>
                  <a:pt x="11944" y="14411"/>
                </a:lnTo>
                <a:lnTo>
                  <a:pt x="12066" y="14459"/>
                </a:lnTo>
                <a:lnTo>
                  <a:pt x="12164" y="14435"/>
                </a:lnTo>
                <a:lnTo>
                  <a:pt x="12261" y="14411"/>
                </a:lnTo>
                <a:lnTo>
                  <a:pt x="12310" y="14337"/>
                </a:lnTo>
                <a:lnTo>
                  <a:pt x="12335" y="14240"/>
                </a:lnTo>
                <a:lnTo>
                  <a:pt x="12359" y="14142"/>
                </a:lnTo>
                <a:lnTo>
                  <a:pt x="12335" y="13995"/>
                </a:lnTo>
                <a:lnTo>
                  <a:pt x="11455" y="9941"/>
                </a:lnTo>
                <a:lnTo>
                  <a:pt x="11431" y="9770"/>
                </a:lnTo>
                <a:lnTo>
                  <a:pt x="11431" y="9599"/>
                </a:lnTo>
                <a:lnTo>
                  <a:pt x="11455" y="9428"/>
                </a:lnTo>
                <a:lnTo>
                  <a:pt x="11504" y="9257"/>
                </a:lnTo>
                <a:lnTo>
                  <a:pt x="11577" y="9086"/>
                </a:lnTo>
                <a:lnTo>
                  <a:pt x="11651" y="8915"/>
                </a:lnTo>
                <a:lnTo>
                  <a:pt x="11748" y="8769"/>
                </a:lnTo>
                <a:lnTo>
                  <a:pt x="11870" y="8647"/>
                </a:lnTo>
                <a:lnTo>
                  <a:pt x="14948" y="5911"/>
                </a:lnTo>
                <a:lnTo>
                  <a:pt x="15070" y="5789"/>
                </a:lnTo>
                <a:lnTo>
                  <a:pt x="15119" y="5692"/>
                </a:lnTo>
                <a:lnTo>
                  <a:pt x="15143" y="5594"/>
                </a:lnTo>
                <a:lnTo>
                  <a:pt x="15143" y="5521"/>
                </a:lnTo>
                <a:lnTo>
                  <a:pt x="15094" y="5423"/>
                </a:lnTo>
                <a:lnTo>
                  <a:pt x="15021" y="5374"/>
                </a:lnTo>
                <a:lnTo>
                  <a:pt x="14899" y="5325"/>
                </a:lnTo>
                <a:lnTo>
                  <a:pt x="14752" y="5301"/>
                </a:lnTo>
                <a:lnTo>
                  <a:pt x="10649" y="4886"/>
                </a:lnTo>
                <a:lnTo>
                  <a:pt x="10478" y="4861"/>
                </a:lnTo>
                <a:lnTo>
                  <a:pt x="10332" y="4788"/>
                </a:lnTo>
                <a:lnTo>
                  <a:pt x="10161" y="4715"/>
                </a:lnTo>
                <a:lnTo>
                  <a:pt x="10014" y="4617"/>
                </a:lnTo>
                <a:lnTo>
                  <a:pt x="9868" y="4495"/>
                </a:lnTo>
                <a:lnTo>
                  <a:pt x="9746" y="4373"/>
                </a:lnTo>
                <a:lnTo>
                  <a:pt x="9624" y="4226"/>
                </a:lnTo>
                <a:lnTo>
                  <a:pt x="9550" y="4104"/>
                </a:lnTo>
                <a:lnTo>
                  <a:pt x="7890" y="294"/>
                </a:lnTo>
                <a:lnTo>
                  <a:pt x="7816" y="172"/>
                </a:lnTo>
                <a:lnTo>
                  <a:pt x="7743" y="74"/>
                </a:lnTo>
                <a:lnTo>
                  <a:pt x="7645" y="25"/>
                </a:lnTo>
                <a:lnTo>
                  <a:pt x="7572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endParaRPr sz="1050"/>
          </a:p>
        </p:txBody>
      </p:sp>
      <p:sp>
        <p:nvSpPr>
          <p:cNvPr id="16" name="Google Shape;221;p18">
            <a:extLst>
              <a:ext uri="{FF2B5EF4-FFF2-40B4-BE49-F238E27FC236}">
                <a16:creationId xmlns:a16="http://schemas.microsoft.com/office/drawing/2014/main" id="{BEB2873D-441F-F417-818D-46EF448B1547}"/>
              </a:ext>
            </a:extLst>
          </p:cNvPr>
          <p:cNvSpPr/>
          <p:nvPr/>
        </p:nvSpPr>
        <p:spPr>
          <a:xfrm rot="-1609379">
            <a:off x="9766316" y="2002930"/>
            <a:ext cx="211562" cy="202006"/>
          </a:xfrm>
          <a:custGeom>
            <a:avLst/>
            <a:gdLst/>
            <a:ahLst/>
            <a:cxnLst/>
            <a:rect l="l" t="t" r="r" b="b"/>
            <a:pathLst>
              <a:path w="15144" h="14460" extrusionOk="0">
                <a:moveTo>
                  <a:pt x="7572" y="1"/>
                </a:moveTo>
                <a:lnTo>
                  <a:pt x="7499" y="25"/>
                </a:lnTo>
                <a:lnTo>
                  <a:pt x="7401" y="74"/>
                </a:lnTo>
                <a:lnTo>
                  <a:pt x="7328" y="172"/>
                </a:lnTo>
                <a:lnTo>
                  <a:pt x="7255" y="294"/>
                </a:lnTo>
                <a:lnTo>
                  <a:pt x="5594" y="4104"/>
                </a:lnTo>
                <a:lnTo>
                  <a:pt x="5521" y="4226"/>
                </a:lnTo>
                <a:lnTo>
                  <a:pt x="5398" y="4373"/>
                </a:lnTo>
                <a:lnTo>
                  <a:pt x="5276" y="4495"/>
                </a:lnTo>
                <a:lnTo>
                  <a:pt x="5130" y="4617"/>
                </a:lnTo>
                <a:lnTo>
                  <a:pt x="4983" y="4715"/>
                </a:lnTo>
                <a:lnTo>
                  <a:pt x="4812" y="4788"/>
                </a:lnTo>
                <a:lnTo>
                  <a:pt x="4666" y="4861"/>
                </a:lnTo>
                <a:lnTo>
                  <a:pt x="4495" y="4886"/>
                </a:lnTo>
                <a:lnTo>
                  <a:pt x="392" y="5301"/>
                </a:lnTo>
                <a:lnTo>
                  <a:pt x="245" y="5325"/>
                </a:lnTo>
                <a:lnTo>
                  <a:pt x="123" y="5374"/>
                </a:lnTo>
                <a:lnTo>
                  <a:pt x="50" y="5423"/>
                </a:lnTo>
                <a:lnTo>
                  <a:pt x="1" y="5521"/>
                </a:lnTo>
                <a:lnTo>
                  <a:pt x="1" y="5594"/>
                </a:lnTo>
                <a:lnTo>
                  <a:pt x="25" y="5692"/>
                </a:lnTo>
                <a:lnTo>
                  <a:pt x="74" y="5789"/>
                </a:lnTo>
                <a:lnTo>
                  <a:pt x="196" y="5911"/>
                </a:lnTo>
                <a:lnTo>
                  <a:pt x="3274" y="8647"/>
                </a:lnTo>
                <a:lnTo>
                  <a:pt x="3396" y="8769"/>
                </a:lnTo>
                <a:lnTo>
                  <a:pt x="3493" y="8915"/>
                </a:lnTo>
                <a:lnTo>
                  <a:pt x="3567" y="9086"/>
                </a:lnTo>
                <a:lnTo>
                  <a:pt x="3640" y="9257"/>
                </a:lnTo>
                <a:lnTo>
                  <a:pt x="3689" y="9428"/>
                </a:lnTo>
                <a:lnTo>
                  <a:pt x="3713" y="9599"/>
                </a:lnTo>
                <a:lnTo>
                  <a:pt x="3713" y="9770"/>
                </a:lnTo>
                <a:lnTo>
                  <a:pt x="3689" y="9941"/>
                </a:lnTo>
                <a:lnTo>
                  <a:pt x="2810" y="13995"/>
                </a:lnTo>
                <a:lnTo>
                  <a:pt x="2785" y="14142"/>
                </a:lnTo>
                <a:lnTo>
                  <a:pt x="2810" y="14240"/>
                </a:lnTo>
                <a:lnTo>
                  <a:pt x="2834" y="14337"/>
                </a:lnTo>
                <a:lnTo>
                  <a:pt x="2883" y="14411"/>
                </a:lnTo>
                <a:lnTo>
                  <a:pt x="2981" y="14435"/>
                </a:lnTo>
                <a:lnTo>
                  <a:pt x="3078" y="14459"/>
                </a:lnTo>
                <a:lnTo>
                  <a:pt x="3200" y="14411"/>
                </a:lnTo>
                <a:lnTo>
                  <a:pt x="3322" y="14362"/>
                </a:lnTo>
                <a:lnTo>
                  <a:pt x="6888" y="12261"/>
                </a:lnTo>
                <a:lnTo>
                  <a:pt x="7035" y="12188"/>
                </a:lnTo>
                <a:lnTo>
                  <a:pt x="7206" y="12139"/>
                </a:lnTo>
                <a:lnTo>
                  <a:pt x="7401" y="12115"/>
                </a:lnTo>
                <a:lnTo>
                  <a:pt x="7743" y="12115"/>
                </a:lnTo>
                <a:lnTo>
                  <a:pt x="7938" y="12139"/>
                </a:lnTo>
                <a:lnTo>
                  <a:pt x="8109" y="12188"/>
                </a:lnTo>
                <a:lnTo>
                  <a:pt x="8256" y="12261"/>
                </a:lnTo>
                <a:lnTo>
                  <a:pt x="11822" y="14362"/>
                </a:lnTo>
                <a:lnTo>
                  <a:pt x="11944" y="14411"/>
                </a:lnTo>
                <a:lnTo>
                  <a:pt x="12066" y="14459"/>
                </a:lnTo>
                <a:lnTo>
                  <a:pt x="12164" y="14435"/>
                </a:lnTo>
                <a:lnTo>
                  <a:pt x="12261" y="14411"/>
                </a:lnTo>
                <a:lnTo>
                  <a:pt x="12310" y="14337"/>
                </a:lnTo>
                <a:lnTo>
                  <a:pt x="12335" y="14240"/>
                </a:lnTo>
                <a:lnTo>
                  <a:pt x="12359" y="14142"/>
                </a:lnTo>
                <a:lnTo>
                  <a:pt x="12335" y="13995"/>
                </a:lnTo>
                <a:lnTo>
                  <a:pt x="11455" y="9941"/>
                </a:lnTo>
                <a:lnTo>
                  <a:pt x="11431" y="9770"/>
                </a:lnTo>
                <a:lnTo>
                  <a:pt x="11431" y="9599"/>
                </a:lnTo>
                <a:lnTo>
                  <a:pt x="11455" y="9428"/>
                </a:lnTo>
                <a:lnTo>
                  <a:pt x="11504" y="9257"/>
                </a:lnTo>
                <a:lnTo>
                  <a:pt x="11577" y="9086"/>
                </a:lnTo>
                <a:lnTo>
                  <a:pt x="11651" y="8915"/>
                </a:lnTo>
                <a:lnTo>
                  <a:pt x="11748" y="8769"/>
                </a:lnTo>
                <a:lnTo>
                  <a:pt x="11870" y="8647"/>
                </a:lnTo>
                <a:lnTo>
                  <a:pt x="14948" y="5911"/>
                </a:lnTo>
                <a:lnTo>
                  <a:pt x="15070" y="5789"/>
                </a:lnTo>
                <a:lnTo>
                  <a:pt x="15119" y="5692"/>
                </a:lnTo>
                <a:lnTo>
                  <a:pt x="15143" y="5594"/>
                </a:lnTo>
                <a:lnTo>
                  <a:pt x="15143" y="5521"/>
                </a:lnTo>
                <a:lnTo>
                  <a:pt x="15094" y="5423"/>
                </a:lnTo>
                <a:lnTo>
                  <a:pt x="15021" y="5374"/>
                </a:lnTo>
                <a:lnTo>
                  <a:pt x="14899" y="5325"/>
                </a:lnTo>
                <a:lnTo>
                  <a:pt x="14752" y="5301"/>
                </a:lnTo>
                <a:lnTo>
                  <a:pt x="10649" y="4886"/>
                </a:lnTo>
                <a:lnTo>
                  <a:pt x="10478" y="4861"/>
                </a:lnTo>
                <a:lnTo>
                  <a:pt x="10332" y="4788"/>
                </a:lnTo>
                <a:lnTo>
                  <a:pt x="10161" y="4715"/>
                </a:lnTo>
                <a:lnTo>
                  <a:pt x="10014" y="4617"/>
                </a:lnTo>
                <a:lnTo>
                  <a:pt x="9868" y="4495"/>
                </a:lnTo>
                <a:lnTo>
                  <a:pt x="9746" y="4373"/>
                </a:lnTo>
                <a:lnTo>
                  <a:pt x="9624" y="4226"/>
                </a:lnTo>
                <a:lnTo>
                  <a:pt x="9550" y="4104"/>
                </a:lnTo>
                <a:lnTo>
                  <a:pt x="7890" y="294"/>
                </a:lnTo>
                <a:lnTo>
                  <a:pt x="7816" y="172"/>
                </a:lnTo>
                <a:lnTo>
                  <a:pt x="7743" y="74"/>
                </a:lnTo>
                <a:lnTo>
                  <a:pt x="7645" y="25"/>
                </a:lnTo>
                <a:lnTo>
                  <a:pt x="7572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endParaRPr sz="1050"/>
          </a:p>
        </p:txBody>
      </p:sp>
      <p:sp>
        <p:nvSpPr>
          <p:cNvPr id="17" name="Google Shape;222;p18">
            <a:extLst>
              <a:ext uri="{FF2B5EF4-FFF2-40B4-BE49-F238E27FC236}">
                <a16:creationId xmlns:a16="http://schemas.microsoft.com/office/drawing/2014/main" id="{C63E4418-78B1-8995-A2DE-400193676FB9}"/>
              </a:ext>
            </a:extLst>
          </p:cNvPr>
          <p:cNvSpPr/>
          <p:nvPr/>
        </p:nvSpPr>
        <p:spPr>
          <a:xfrm rot="2925831">
            <a:off x="11049119" y="2162967"/>
            <a:ext cx="158438" cy="151283"/>
          </a:xfrm>
          <a:custGeom>
            <a:avLst/>
            <a:gdLst/>
            <a:ahLst/>
            <a:cxnLst/>
            <a:rect l="l" t="t" r="r" b="b"/>
            <a:pathLst>
              <a:path w="15144" h="14460" extrusionOk="0">
                <a:moveTo>
                  <a:pt x="7572" y="1"/>
                </a:moveTo>
                <a:lnTo>
                  <a:pt x="7499" y="25"/>
                </a:lnTo>
                <a:lnTo>
                  <a:pt x="7401" y="74"/>
                </a:lnTo>
                <a:lnTo>
                  <a:pt x="7328" y="172"/>
                </a:lnTo>
                <a:lnTo>
                  <a:pt x="7255" y="294"/>
                </a:lnTo>
                <a:lnTo>
                  <a:pt x="5594" y="4104"/>
                </a:lnTo>
                <a:lnTo>
                  <a:pt x="5521" y="4226"/>
                </a:lnTo>
                <a:lnTo>
                  <a:pt x="5398" y="4373"/>
                </a:lnTo>
                <a:lnTo>
                  <a:pt x="5276" y="4495"/>
                </a:lnTo>
                <a:lnTo>
                  <a:pt x="5130" y="4617"/>
                </a:lnTo>
                <a:lnTo>
                  <a:pt x="4983" y="4715"/>
                </a:lnTo>
                <a:lnTo>
                  <a:pt x="4812" y="4788"/>
                </a:lnTo>
                <a:lnTo>
                  <a:pt x="4666" y="4861"/>
                </a:lnTo>
                <a:lnTo>
                  <a:pt x="4495" y="4886"/>
                </a:lnTo>
                <a:lnTo>
                  <a:pt x="392" y="5301"/>
                </a:lnTo>
                <a:lnTo>
                  <a:pt x="245" y="5325"/>
                </a:lnTo>
                <a:lnTo>
                  <a:pt x="123" y="5374"/>
                </a:lnTo>
                <a:lnTo>
                  <a:pt x="50" y="5423"/>
                </a:lnTo>
                <a:lnTo>
                  <a:pt x="1" y="5521"/>
                </a:lnTo>
                <a:lnTo>
                  <a:pt x="1" y="5594"/>
                </a:lnTo>
                <a:lnTo>
                  <a:pt x="25" y="5692"/>
                </a:lnTo>
                <a:lnTo>
                  <a:pt x="74" y="5789"/>
                </a:lnTo>
                <a:lnTo>
                  <a:pt x="196" y="5911"/>
                </a:lnTo>
                <a:lnTo>
                  <a:pt x="3274" y="8647"/>
                </a:lnTo>
                <a:lnTo>
                  <a:pt x="3396" y="8769"/>
                </a:lnTo>
                <a:lnTo>
                  <a:pt x="3493" y="8915"/>
                </a:lnTo>
                <a:lnTo>
                  <a:pt x="3567" y="9086"/>
                </a:lnTo>
                <a:lnTo>
                  <a:pt x="3640" y="9257"/>
                </a:lnTo>
                <a:lnTo>
                  <a:pt x="3689" y="9428"/>
                </a:lnTo>
                <a:lnTo>
                  <a:pt x="3713" y="9599"/>
                </a:lnTo>
                <a:lnTo>
                  <a:pt x="3713" y="9770"/>
                </a:lnTo>
                <a:lnTo>
                  <a:pt x="3689" y="9941"/>
                </a:lnTo>
                <a:lnTo>
                  <a:pt x="2810" y="13995"/>
                </a:lnTo>
                <a:lnTo>
                  <a:pt x="2785" y="14142"/>
                </a:lnTo>
                <a:lnTo>
                  <a:pt x="2810" y="14240"/>
                </a:lnTo>
                <a:lnTo>
                  <a:pt x="2834" y="14337"/>
                </a:lnTo>
                <a:lnTo>
                  <a:pt x="2883" y="14411"/>
                </a:lnTo>
                <a:lnTo>
                  <a:pt x="2981" y="14435"/>
                </a:lnTo>
                <a:lnTo>
                  <a:pt x="3078" y="14459"/>
                </a:lnTo>
                <a:lnTo>
                  <a:pt x="3200" y="14411"/>
                </a:lnTo>
                <a:lnTo>
                  <a:pt x="3322" y="14362"/>
                </a:lnTo>
                <a:lnTo>
                  <a:pt x="6888" y="12261"/>
                </a:lnTo>
                <a:lnTo>
                  <a:pt x="7035" y="12188"/>
                </a:lnTo>
                <a:lnTo>
                  <a:pt x="7206" y="12139"/>
                </a:lnTo>
                <a:lnTo>
                  <a:pt x="7401" y="12115"/>
                </a:lnTo>
                <a:lnTo>
                  <a:pt x="7743" y="12115"/>
                </a:lnTo>
                <a:lnTo>
                  <a:pt x="7938" y="12139"/>
                </a:lnTo>
                <a:lnTo>
                  <a:pt x="8109" y="12188"/>
                </a:lnTo>
                <a:lnTo>
                  <a:pt x="8256" y="12261"/>
                </a:lnTo>
                <a:lnTo>
                  <a:pt x="11822" y="14362"/>
                </a:lnTo>
                <a:lnTo>
                  <a:pt x="11944" y="14411"/>
                </a:lnTo>
                <a:lnTo>
                  <a:pt x="12066" y="14459"/>
                </a:lnTo>
                <a:lnTo>
                  <a:pt x="12164" y="14435"/>
                </a:lnTo>
                <a:lnTo>
                  <a:pt x="12261" y="14411"/>
                </a:lnTo>
                <a:lnTo>
                  <a:pt x="12310" y="14337"/>
                </a:lnTo>
                <a:lnTo>
                  <a:pt x="12335" y="14240"/>
                </a:lnTo>
                <a:lnTo>
                  <a:pt x="12359" y="14142"/>
                </a:lnTo>
                <a:lnTo>
                  <a:pt x="12335" y="13995"/>
                </a:lnTo>
                <a:lnTo>
                  <a:pt x="11455" y="9941"/>
                </a:lnTo>
                <a:lnTo>
                  <a:pt x="11431" y="9770"/>
                </a:lnTo>
                <a:lnTo>
                  <a:pt x="11431" y="9599"/>
                </a:lnTo>
                <a:lnTo>
                  <a:pt x="11455" y="9428"/>
                </a:lnTo>
                <a:lnTo>
                  <a:pt x="11504" y="9257"/>
                </a:lnTo>
                <a:lnTo>
                  <a:pt x="11577" y="9086"/>
                </a:lnTo>
                <a:lnTo>
                  <a:pt x="11651" y="8915"/>
                </a:lnTo>
                <a:lnTo>
                  <a:pt x="11748" y="8769"/>
                </a:lnTo>
                <a:lnTo>
                  <a:pt x="11870" y="8647"/>
                </a:lnTo>
                <a:lnTo>
                  <a:pt x="14948" y="5911"/>
                </a:lnTo>
                <a:lnTo>
                  <a:pt x="15070" y="5789"/>
                </a:lnTo>
                <a:lnTo>
                  <a:pt x="15119" y="5692"/>
                </a:lnTo>
                <a:lnTo>
                  <a:pt x="15143" y="5594"/>
                </a:lnTo>
                <a:lnTo>
                  <a:pt x="15143" y="5521"/>
                </a:lnTo>
                <a:lnTo>
                  <a:pt x="15094" y="5423"/>
                </a:lnTo>
                <a:lnTo>
                  <a:pt x="15021" y="5374"/>
                </a:lnTo>
                <a:lnTo>
                  <a:pt x="14899" y="5325"/>
                </a:lnTo>
                <a:lnTo>
                  <a:pt x="14752" y="5301"/>
                </a:lnTo>
                <a:lnTo>
                  <a:pt x="10649" y="4886"/>
                </a:lnTo>
                <a:lnTo>
                  <a:pt x="10478" y="4861"/>
                </a:lnTo>
                <a:lnTo>
                  <a:pt x="10332" y="4788"/>
                </a:lnTo>
                <a:lnTo>
                  <a:pt x="10161" y="4715"/>
                </a:lnTo>
                <a:lnTo>
                  <a:pt x="10014" y="4617"/>
                </a:lnTo>
                <a:lnTo>
                  <a:pt x="9868" y="4495"/>
                </a:lnTo>
                <a:lnTo>
                  <a:pt x="9746" y="4373"/>
                </a:lnTo>
                <a:lnTo>
                  <a:pt x="9624" y="4226"/>
                </a:lnTo>
                <a:lnTo>
                  <a:pt x="9550" y="4104"/>
                </a:lnTo>
                <a:lnTo>
                  <a:pt x="7890" y="294"/>
                </a:lnTo>
                <a:lnTo>
                  <a:pt x="7816" y="172"/>
                </a:lnTo>
                <a:lnTo>
                  <a:pt x="7743" y="74"/>
                </a:lnTo>
                <a:lnTo>
                  <a:pt x="7645" y="25"/>
                </a:lnTo>
                <a:lnTo>
                  <a:pt x="7572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endParaRPr sz="1050"/>
          </a:p>
        </p:txBody>
      </p:sp>
      <p:sp>
        <p:nvSpPr>
          <p:cNvPr id="18" name="Google Shape;223;p18">
            <a:extLst>
              <a:ext uri="{FF2B5EF4-FFF2-40B4-BE49-F238E27FC236}">
                <a16:creationId xmlns:a16="http://schemas.microsoft.com/office/drawing/2014/main" id="{26777BBC-FAAC-AB7A-9958-C58A05DE4699}"/>
              </a:ext>
            </a:extLst>
          </p:cNvPr>
          <p:cNvSpPr/>
          <p:nvPr/>
        </p:nvSpPr>
        <p:spPr>
          <a:xfrm rot="-1609195">
            <a:off x="10389781" y="1149513"/>
            <a:ext cx="142734" cy="136287"/>
          </a:xfrm>
          <a:custGeom>
            <a:avLst/>
            <a:gdLst/>
            <a:ahLst/>
            <a:cxnLst/>
            <a:rect l="l" t="t" r="r" b="b"/>
            <a:pathLst>
              <a:path w="15144" h="14460" extrusionOk="0">
                <a:moveTo>
                  <a:pt x="7572" y="1"/>
                </a:moveTo>
                <a:lnTo>
                  <a:pt x="7499" y="25"/>
                </a:lnTo>
                <a:lnTo>
                  <a:pt x="7401" y="74"/>
                </a:lnTo>
                <a:lnTo>
                  <a:pt x="7328" y="172"/>
                </a:lnTo>
                <a:lnTo>
                  <a:pt x="7255" y="294"/>
                </a:lnTo>
                <a:lnTo>
                  <a:pt x="5594" y="4104"/>
                </a:lnTo>
                <a:lnTo>
                  <a:pt x="5521" y="4226"/>
                </a:lnTo>
                <a:lnTo>
                  <a:pt x="5398" y="4373"/>
                </a:lnTo>
                <a:lnTo>
                  <a:pt x="5276" y="4495"/>
                </a:lnTo>
                <a:lnTo>
                  <a:pt x="5130" y="4617"/>
                </a:lnTo>
                <a:lnTo>
                  <a:pt x="4983" y="4715"/>
                </a:lnTo>
                <a:lnTo>
                  <a:pt x="4812" y="4788"/>
                </a:lnTo>
                <a:lnTo>
                  <a:pt x="4666" y="4861"/>
                </a:lnTo>
                <a:lnTo>
                  <a:pt x="4495" y="4886"/>
                </a:lnTo>
                <a:lnTo>
                  <a:pt x="392" y="5301"/>
                </a:lnTo>
                <a:lnTo>
                  <a:pt x="245" y="5325"/>
                </a:lnTo>
                <a:lnTo>
                  <a:pt x="123" y="5374"/>
                </a:lnTo>
                <a:lnTo>
                  <a:pt x="50" y="5423"/>
                </a:lnTo>
                <a:lnTo>
                  <a:pt x="1" y="5521"/>
                </a:lnTo>
                <a:lnTo>
                  <a:pt x="1" y="5594"/>
                </a:lnTo>
                <a:lnTo>
                  <a:pt x="25" y="5692"/>
                </a:lnTo>
                <a:lnTo>
                  <a:pt x="74" y="5789"/>
                </a:lnTo>
                <a:lnTo>
                  <a:pt x="196" y="5911"/>
                </a:lnTo>
                <a:lnTo>
                  <a:pt x="3274" y="8647"/>
                </a:lnTo>
                <a:lnTo>
                  <a:pt x="3396" y="8769"/>
                </a:lnTo>
                <a:lnTo>
                  <a:pt x="3493" y="8915"/>
                </a:lnTo>
                <a:lnTo>
                  <a:pt x="3567" y="9086"/>
                </a:lnTo>
                <a:lnTo>
                  <a:pt x="3640" y="9257"/>
                </a:lnTo>
                <a:lnTo>
                  <a:pt x="3689" y="9428"/>
                </a:lnTo>
                <a:lnTo>
                  <a:pt x="3713" y="9599"/>
                </a:lnTo>
                <a:lnTo>
                  <a:pt x="3713" y="9770"/>
                </a:lnTo>
                <a:lnTo>
                  <a:pt x="3689" y="9941"/>
                </a:lnTo>
                <a:lnTo>
                  <a:pt x="2810" y="13995"/>
                </a:lnTo>
                <a:lnTo>
                  <a:pt x="2785" y="14142"/>
                </a:lnTo>
                <a:lnTo>
                  <a:pt x="2810" y="14240"/>
                </a:lnTo>
                <a:lnTo>
                  <a:pt x="2834" y="14337"/>
                </a:lnTo>
                <a:lnTo>
                  <a:pt x="2883" y="14411"/>
                </a:lnTo>
                <a:lnTo>
                  <a:pt x="2981" y="14435"/>
                </a:lnTo>
                <a:lnTo>
                  <a:pt x="3078" y="14459"/>
                </a:lnTo>
                <a:lnTo>
                  <a:pt x="3200" y="14411"/>
                </a:lnTo>
                <a:lnTo>
                  <a:pt x="3322" y="14362"/>
                </a:lnTo>
                <a:lnTo>
                  <a:pt x="6888" y="12261"/>
                </a:lnTo>
                <a:lnTo>
                  <a:pt x="7035" y="12188"/>
                </a:lnTo>
                <a:lnTo>
                  <a:pt x="7206" y="12139"/>
                </a:lnTo>
                <a:lnTo>
                  <a:pt x="7401" y="12115"/>
                </a:lnTo>
                <a:lnTo>
                  <a:pt x="7743" y="12115"/>
                </a:lnTo>
                <a:lnTo>
                  <a:pt x="7938" y="12139"/>
                </a:lnTo>
                <a:lnTo>
                  <a:pt x="8109" y="12188"/>
                </a:lnTo>
                <a:lnTo>
                  <a:pt x="8256" y="12261"/>
                </a:lnTo>
                <a:lnTo>
                  <a:pt x="11822" y="14362"/>
                </a:lnTo>
                <a:lnTo>
                  <a:pt x="11944" y="14411"/>
                </a:lnTo>
                <a:lnTo>
                  <a:pt x="12066" y="14459"/>
                </a:lnTo>
                <a:lnTo>
                  <a:pt x="12164" y="14435"/>
                </a:lnTo>
                <a:lnTo>
                  <a:pt x="12261" y="14411"/>
                </a:lnTo>
                <a:lnTo>
                  <a:pt x="12310" y="14337"/>
                </a:lnTo>
                <a:lnTo>
                  <a:pt x="12335" y="14240"/>
                </a:lnTo>
                <a:lnTo>
                  <a:pt x="12359" y="14142"/>
                </a:lnTo>
                <a:lnTo>
                  <a:pt x="12335" y="13995"/>
                </a:lnTo>
                <a:lnTo>
                  <a:pt x="11455" y="9941"/>
                </a:lnTo>
                <a:lnTo>
                  <a:pt x="11431" y="9770"/>
                </a:lnTo>
                <a:lnTo>
                  <a:pt x="11431" y="9599"/>
                </a:lnTo>
                <a:lnTo>
                  <a:pt x="11455" y="9428"/>
                </a:lnTo>
                <a:lnTo>
                  <a:pt x="11504" y="9257"/>
                </a:lnTo>
                <a:lnTo>
                  <a:pt x="11577" y="9086"/>
                </a:lnTo>
                <a:lnTo>
                  <a:pt x="11651" y="8915"/>
                </a:lnTo>
                <a:lnTo>
                  <a:pt x="11748" y="8769"/>
                </a:lnTo>
                <a:lnTo>
                  <a:pt x="11870" y="8647"/>
                </a:lnTo>
                <a:lnTo>
                  <a:pt x="14948" y="5911"/>
                </a:lnTo>
                <a:lnTo>
                  <a:pt x="15070" y="5789"/>
                </a:lnTo>
                <a:lnTo>
                  <a:pt x="15119" y="5692"/>
                </a:lnTo>
                <a:lnTo>
                  <a:pt x="15143" y="5594"/>
                </a:lnTo>
                <a:lnTo>
                  <a:pt x="15143" y="5521"/>
                </a:lnTo>
                <a:lnTo>
                  <a:pt x="15094" y="5423"/>
                </a:lnTo>
                <a:lnTo>
                  <a:pt x="15021" y="5374"/>
                </a:lnTo>
                <a:lnTo>
                  <a:pt x="14899" y="5325"/>
                </a:lnTo>
                <a:lnTo>
                  <a:pt x="14752" y="5301"/>
                </a:lnTo>
                <a:lnTo>
                  <a:pt x="10649" y="4886"/>
                </a:lnTo>
                <a:lnTo>
                  <a:pt x="10478" y="4861"/>
                </a:lnTo>
                <a:lnTo>
                  <a:pt x="10332" y="4788"/>
                </a:lnTo>
                <a:lnTo>
                  <a:pt x="10161" y="4715"/>
                </a:lnTo>
                <a:lnTo>
                  <a:pt x="10014" y="4617"/>
                </a:lnTo>
                <a:lnTo>
                  <a:pt x="9868" y="4495"/>
                </a:lnTo>
                <a:lnTo>
                  <a:pt x="9746" y="4373"/>
                </a:lnTo>
                <a:lnTo>
                  <a:pt x="9624" y="4226"/>
                </a:lnTo>
                <a:lnTo>
                  <a:pt x="9550" y="4104"/>
                </a:lnTo>
                <a:lnTo>
                  <a:pt x="7890" y="294"/>
                </a:lnTo>
                <a:lnTo>
                  <a:pt x="7816" y="172"/>
                </a:lnTo>
                <a:lnTo>
                  <a:pt x="7743" y="74"/>
                </a:lnTo>
                <a:lnTo>
                  <a:pt x="7645" y="25"/>
                </a:lnTo>
                <a:lnTo>
                  <a:pt x="7572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endParaRPr sz="1050"/>
          </a:p>
        </p:txBody>
      </p:sp>
      <p:sp>
        <p:nvSpPr>
          <p:cNvPr id="2" name="Slide Number Placeholder 28">
            <a:extLst>
              <a:ext uri="{FF2B5EF4-FFF2-40B4-BE49-F238E27FC236}">
                <a16:creationId xmlns:a16="http://schemas.microsoft.com/office/drawing/2014/main" id="{0E695D59-F0F6-1431-B10D-B524508BFAE1}"/>
              </a:ext>
            </a:extLst>
          </p:cNvPr>
          <p:cNvSpPr txBox="1">
            <a:spLocks/>
          </p:cNvSpPr>
          <p:nvPr/>
        </p:nvSpPr>
        <p:spPr>
          <a:xfrm>
            <a:off x="5826000" y="6887565"/>
            <a:ext cx="540000" cy="365125"/>
          </a:xfrm>
          <a:prstGeom prst="rect">
            <a:avLst/>
          </a:prstGeom>
        </p:spPr>
        <p:txBody>
          <a:bodyPr/>
          <a:lstStyle>
            <a:defPPr>
              <a:defRPr lang="x-non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0A30FB4-44AA-4C39-B0CD-E097821B8805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BE1B1DC-743B-5C14-D32C-93B84ECA2833}"/>
              </a:ext>
            </a:extLst>
          </p:cNvPr>
          <p:cNvSpPr txBox="1"/>
          <p:nvPr/>
        </p:nvSpPr>
        <p:spPr>
          <a:xfrm>
            <a:off x="86904" y="737761"/>
            <a:ext cx="3606791" cy="92333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5400" b="1" dirty="0">
                <a:solidFill>
                  <a:srgbClr val="FF0000"/>
                </a:solidFill>
                <a:cs typeface="Arial" pitchFamily="34" charset="0"/>
              </a:rPr>
              <a:t>NỘI DUNG</a:t>
            </a:r>
            <a:endParaRPr lang="ko-KR" altLang="en-US" sz="5400" b="1" dirty="0">
              <a:solidFill>
                <a:srgbClr val="FF0000"/>
              </a:solidFill>
              <a:cs typeface="Arial" pitchFamily="34" charset="0"/>
            </a:endParaRP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9729BB5E-5133-55C6-F9C0-E7880F44015C}"/>
              </a:ext>
            </a:extLst>
          </p:cNvPr>
          <p:cNvGrpSpPr/>
          <p:nvPr/>
        </p:nvGrpSpPr>
        <p:grpSpPr>
          <a:xfrm>
            <a:off x="910834" y="1808695"/>
            <a:ext cx="5455130" cy="769441"/>
            <a:chOff x="1848112" y="1575921"/>
            <a:chExt cx="5455130" cy="769441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0DE8B793-57E9-1AB6-9416-6A2B458CFE9A}"/>
                </a:ext>
              </a:extLst>
            </p:cNvPr>
            <p:cNvSpPr txBox="1"/>
            <p:nvPr/>
          </p:nvSpPr>
          <p:spPr>
            <a:xfrm>
              <a:off x="2795550" y="1703327"/>
              <a:ext cx="4507692" cy="507831"/>
            </a:xfrm>
            <a:prstGeom prst="rect">
              <a:avLst/>
            </a:prstGeom>
            <a:noFill/>
          </p:spPr>
          <p:txBody>
            <a:bodyPr wrap="square" lIns="108000" rIns="108000" rtlCol="0">
              <a:spAutoFit/>
            </a:bodyPr>
            <a:lstStyle/>
            <a:p>
              <a:r>
                <a:rPr lang="en-US" altLang="ko-KR" sz="2700" b="1" dirty="0">
                  <a:solidFill>
                    <a:srgbClr val="2072B7"/>
                  </a:solidFill>
                  <a:cs typeface="Arial" pitchFamily="34" charset="0"/>
                </a:rPr>
                <a:t>GIỚI THIỆU </a:t>
              </a:r>
              <a:endParaRPr lang="ko-KR" altLang="en-US" sz="2700" b="1" dirty="0">
                <a:solidFill>
                  <a:srgbClr val="2072B7"/>
                </a:solidFill>
                <a:cs typeface="Arial" pitchFamily="34" charset="0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A4CA3298-788F-0093-47CB-5D868579B5B2}"/>
                </a:ext>
              </a:extLst>
            </p:cNvPr>
            <p:cNvSpPr txBox="1"/>
            <p:nvPr/>
          </p:nvSpPr>
          <p:spPr>
            <a:xfrm>
              <a:off x="1848112" y="1575921"/>
              <a:ext cx="958096" cy="769441"/>
            </a:xfrm>
            <a:prstGeom prst="rect">
              <a:avLst/>
            </a:prstGeom>
            <a:noFill/>
          </p:spPr>
          <p:txBody>
            <a:bodyPr wrap="square" lIns="108000" rIns="108000" rtlCol="0">
              <a:spAutoFit/>
            </a:bodyPr>
            <a:lstStyle/>
            <a:p>
              <a:pPr algn="ctr"/>
              <a:r>
                <a:rPr lang="en-US" altLang="ko-KR" sz="4400" b="1" dirty="0">
                  <a:solidFill>
                    <a:srgbClr val="2072B7"/>
                  </a:solidFill>
                  <a:cs typeface="Arial" pitchFamily="34" charset="0"/>
                </a:rPr>
                <a:t>01</a:t>
              </a:r>
              <a:endParaRPr lang="ko-KR" altLang="en-US" sz="4400" b="1" dirty="0">
                <a:solidFill>
                  <a:srgbClr val="2072B7"/>
                </a:solidFill>
                <a:cs typeface="Arial" pitchFamily="34" charset="0"/>
              </a:endParaRP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FE85FA3C-A6E8-1557-233E-6E7D2F493477}"/>
              </a:ext>
            </a:extLst>
          </p:cNvPr>
          <p:cNvGrpSpPr/>
          <p:nvPr/>
        </p:nvGrpSpPr>
        <p:grpSpPr>
          <a:xfrm>
            <a:off x="518630" y="2864531"/>
            <a:ext cx="10312538" cy="769441"/>
            <a:chOff x="640035" y="2662822"/>
            <a:chExt cx="10312538" cy="769441"/>
          </a:xfrm>
        </p:grpSpPr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A6F248C8-7501-B0CD-3454-1FF483C4B090}"/>
                </a:ext>
              </a:extLst>
            </p:cNvPr>
            <p:cNvSpPr txBox="1"/>
            <p:nvPr/>
          </p:nvSpPr>
          <p:spPr>
            <a:xfrm>
              <a:off x="2010334" y="2791521"/>
              <a:ext cx="8942239" cy="507831"/>
            </a:xfrm>
            <a:prstGeom prst="rect">
              <a:avLst/>
            </a:prstGeom>
            <a:noFill/>
          </p:spPr>
          <p:txBody>
            <a:bodyPr wrap="square" lIns="108000" rIns="108000" rtlCol="0">
              <a:spAutoFit/>
            </a:bodyPr>
            <a:lstStyle/>
            <a:p>
              <a:r>
                <a:rPr lang="en-US" altLang="ko-KR" sz="2700" b="1" dirty="0">
                  <a:solidFill>
                    <a:srgbClr val="2072B7"/>
                  </a:solidFill>
                  <a:cs typeface="Arial" pitchFamily="34" charset="0"/>
                </a:rPr>
                <a:t>CÁC THUẬT TOÁN TRIỂN KHAI</a:t>
              </a:r>
              <a:endParaRPr lang="ko-KR" altLang="en-US" sz="2700" b="1" dirty="0">
                <a:solidFill>
                  <a:srgbClr val="2072B7"/>
                </a:solidFill>
                <a:cs typeface="Arial" pitchFamily="34" charset="0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E6AC42FA-8E7F-013A-4C3D-7231634278D6}"/>
                </a:ext>
              </a:extLst>
            </p:cNvPr>
            <p:cNvSpPr txBox="1"/>
            <p:nvPr/>
          </p:nvSpPr>
          <p:spPr>
            <a:xfrm>
              <a:off x="640035" y="2662822"/>
              <a:ext cx="1742008" cy="769441"/>
            </a:xfrm>
            <a:prstGeom prst="rect">
              <a:avLst/>
            </a:prstGeom>
            <a:noFill/>
          </p:spPr>
          <p:txBody>
            <a:bodyPr wrap="square" lIns="108000" rIns="108000" rtlCol="0">
              <a:spAutoFit/>
            </a:bodyPr>
            <a:lstStyle/>
            <a:p>
              <a:pPr algn="ctr"/>
              <a:r>
                <a:rPr lang="en-US" altLang="ko-KR" sz="4400" b="1" dirty="0">
                  <a:solidFill>
                    <a:srgbClr val="2072B7"/>
                  </a:solidFill>
                  <a:cs typeface="Arial" pitchFamily="34" charset="0"/>
                </a:rPr>
                <a:t>02</a:t>
              </a:r>
              <a:endParaRPr lang="ko-KR" altLang="en-US" sz="4400" b="1" dirty="0">
                <a:solidFill>
                  <a:srgbClr val="2072B7"/>
                </a:solidFill>
                <a:cs typeface="Arial" pitchFamily="34" charset="0"/>
              </a:endParaRP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2876631F-C7A9-9FE4-7EBB-F6CF4B3A8162}"/>
              </a:ext>
            </a:extLst>
          </p:cNvPr>
          <p:cNvGrpSpPr/>
          <p:nvPr/>
        </p:nvGrpSpPr>
        <p:grpSpPr>
          <a:xfrm>
            <a:off x="910834" y="4065166"/>
            <a:ext cx="8897548" cy="769441"/>
            <a:chOff x="1680767" y="3885488"/>
            <a:chExt cx="8069697" cy="769441"/>
          </a:xfrm>
        </p:grpSpPr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B837C153-C85B-2E93-D3EE-1AD01CF6FF6A}"/>
                </a:ext>
              </a:extLst>
            </p:cNvPr>
            <p:cNvSpPr txBox="1"/>
            <p:nvPr/>
          </p:nvSpPr>
          <p:spPr>
            <a:xfrm>
              <a:off x="2502661" y="4013501"/>
              <a:ext cx="7247803" cy="507831"/>
            </a:xfrm>
            <a:prstGeom prst="rect">
              <a:avLst/>
            </a:prstGeom>
            <a:noFill/>
          </p:spPr>
          <p:txBody>
            <a:bodyPr wrap="square" lIns="108000" rIns="108000" rtlCol="0">
              <a:spAutoFit/>
            </a:bodyPr>
            <a:lstStyle/>
            <a:p>
              <a:r>
                <a:rPr lang="en-US" altLang="ko-KR" sz="2700" b="1" dirty="0">
                  <a:solidFill>
                    <a:srgbClr val="2072B7"/>
                  </a:solidFill>
                  <a:cs typeface="Arial" pitchFamily="34" charset="0"/>
                </a:rPr>
                <a:t>MÔI TRƯỜNG </a:t>
              </a:r>
              <a:endParaRPr lang="ko-KR" altLang="en-US" sz="2700" b="1" dirty="0">
                <a:solidFill>
                  <a:srgbClr val="2072B7"/>
                </a:solidFill>
                <a:cs typeface="Arial" pitchFamily="34" charset="0"/>
              </a:endParaRP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C5475D48-ECD3-3190-7A68-6747DECE2726}"/>
                </a:ext>
              </a:extLst>
            </p:cNvPr>
            <p:cNvSpPr txBox="1"/>
            <p:nvPr/>
          </p:nvSpPr>
          <p:spPr>
            <a:xfrm>
              <a:off x="1680767" y="3885488"/>
              <a:ext cx="868502" cy="769441"/>
            </a:xfrm>
            <a:prstGeom prst="rect">
              <a:avLst/>
            </a:prstGeom>
            <a:noFill/>
          </p:spPr>
          <p:txBody>
            <a:bodyPr wrap="square" lIns="108000" rIns="108000" rtlCol="0">
              <a:spAutoFit/>
            </a:bodyPr>
            <a:lstStyle/>
            <a:p>
              <a:pPr algn="ctr"/>
              <a:r>
                <a:rPr lang="en-US" altLang="ko-KR" sz="4400" b="1" dirty="0">
                  <a:solidFill>
                    <a:srgbClr val="2072B7"/>
                  </a:solidFill>
                  <a:cs typeface="Arial" pitchFamily="34" charset="0"/>
                </a:rPr>
                <a:t>03</a:t>
              </a:r>
              <a:endParaRPr lang="ko-KR" altLang="en-US" sz="4400" b="1" dirty="0">
                <a:solidFill>
                  <a:srgbClr val="2072B7"/>
                </a:solidFill>
                <a:cs typeface="Arial" pitchFamily="34" charset="0"/>
              </a:endParaRPr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584BAB4B-CE31-0196-0527-86C33C4710C4}"/>
              </a:ext>
            </a:extLst>
          </p:cNvPr>
          <p:cNvGrpSpPr/>
          <p:nvPr/>
        </p:nvGrpSpPr>
        <p:grpSpPr>
          <a:xfrm>
            <a:off x="910834" y="5225446"/>
            <a:ext cx="8897548" cy="769441"/>
            <a:chOff x="1680767" y="3885488"/>
            <a:chExt cx="8069697" cy="769441"/>
          </a:xfrm>
        </p:grpSpPr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B12D32C5-9EED-CBC4-03FE-967C1DEFE627}"/>
                </a:ext>
              </a:extLst>
            </p:cNvPr>
            <p:cNvSpPr txBox="1"/>
            <p:nvPr/>
          </p:nvSpPr>
          <p:spPr>
            <a:xfrm>
              <a:off x="2502661" y="4013501"/>
              <a:ext cx="7247803" cy="507831"/>
            </a:xfrm>
            <a:prstGeom prst="rect">
              <a:avLst/>
            </a:prstGeom>
            <a:noFill/>
          </p:spPr>
          <p:txBody>
            <a:bodyPr wrap="square" lIns="108000" rIns="108000" rtlCol="0">
              <a:spAutoFit/>
            </a:bodyPr>
            <a:lstStyle/>
            <a:p>
              <a:r>
                <a:rPr lang="en-US" altLang="ko-KR" sz="2700" b="1" dirty="0">
                  <a:solidFill>
                    <a:srgbClr val="2072B7"/>
                  </a:solidFill>
                  <a:cs typeface="Arial" pitchFamily="34" charset="0"/>
                </a:rPr>
                <a:t>ỨNG DỤNG </a:t>
              </a:r>
              <a:endParaRPr lang="ko-KR" altLang="en-US" sz="2700" b="1" dirty="0">
                <a:solidFill>
                  <a:srgbClr val="2072B7"/>
                </a:solidFill>
                <a:cs typeface="Arial" pitchFamily="34" charset="0"/>
              </a:endParaRP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B57DA851-6D34-53F0-8F8A-8AECAB3214FC}"/>
                </a:ext>
              </a:extLst>
            </p:cNvPr>
            <p:cNvSpPr txBox="1"/>
            <p:nvPr/>
          </p:nvSpPr>
          <p:spPr>
            <a:xfrm>
              <a:off x="1680767" y="3885488"/>
              <a:ext cx="868502" cy="769441"/>
            </a:xfrm>
            <a:prstGeom prst="rect">
              <a:avLst/>
            </a:prstGeom>
            <a:noFill/>
          </p:spPr>
          <p:txBody>
            <a:bodyPr wrap="square" lIns="108000" rIns="108000" rtlCol="0">
              <a:spAutoFit/>
            </a:bodyPr>
            <a:lstStyle/>
            <a:p>
              <a:pPr algn="ctr"/>
              <a:r>
                <a:rPr lang="en-US" altLang="ko-KR" sz="4400" b="1" dirty="0">
                  <a:solidFill>
                    <a:srgbClr val="2072B7"/>
                  </a:solidFill>
                  <a:cs typeface="Arial" pitchFamily="34" charset="0"/>
                </a:rPr>
                <a:t>04</a:t>
              </a:r>
              <a:endParaRPr lang="ko-KR" altLang="en-US" sz="4400" b="1" dirty="0">
                <a:solidFill>
                  <a:srgbClr val="2072B7"/>
                </a:solidFill>
                <a:cs typeface="Arial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687664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9FE1559-79DB-EF02-F66D-3EBE2AFC4EF6}"/>
              </a:ext>
            </a:extLst>
          </p:cNvPr>
          <p:cNvSpPr txBox="1">
            <a:spLocks/>
          </p:cNvSpPr>
          <p:nvPr/>
        </p:nvSpPr>
        <p:spPr>
          <a:xfrm>
            <a:off x="452928" y="1096009"/>
            <a:ext cx="5341044" cy="724247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6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GIỚI THIỆU</a:t>
            </a:r>
          </a:p>
        </p:txBody>
      </p:sp>
      <p:sp>
        <p:nvSpPr>
          <p:cNvPr id="3" name="Hộp Văn bản 2">
            <a:extLst>
              <a:ext uri="{FF2B5EF4-FFF2-40B4-BE49-F238E27FC236}">
                <a16:creationId xmlns:a16="http://schemas.microsoft.com/office/drawing/2014/main" id="{5968A841-2BDE-61D3-DF0D-972053697628}"/>
              </a:ext>
            </a:extLst>
          </p:cNvPr>
          <p:cNvSpPr txBox="1"/>
          <p:nvPr/>
        </p:nvSpPr>
        <p:spPr>
          <a:xfrm>
            <a:off x="165205" y="2067669"/>
            <a:ext cx="5737797" cy="31393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Cờ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Caro (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tiếng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Anh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Tic-Tac-Toe)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trò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chơi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quen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thuộc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luật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chơi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đơn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giản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nhưng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đòi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hỏi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tầm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nhìn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rộng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cùng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với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tư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duy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chiến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thuật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người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chơi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Đây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môi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trường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lý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tưởng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áp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thử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nghiệm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thuật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toán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Minimax –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những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thuật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toán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đối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kháng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cơ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bản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nhưng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mạnh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mẽ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AI. </a:t>
            </a:r>
          </a:p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Đề tài hướng đến việc xây dựng một hệ thống AI có khả năng chơi cờ </a:t>
            </a:r>
            <a:r>
              <a:rPr lang="vi-V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Caro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ở mức độ thông minh, có thể đối đầu trực tiếp với người chơi thông qua giao diện trực quan trên </a:t>
            </a:r>
            <a:r>
              <a:rPr lang="vi-V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4977C6-2B0F-FB6F-9639-00663F00CF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821355" y="6334933"/>
            <a:ext cx="505557" cy="365125"/>
          </a:xfrm>
        </p:spPr>
        <p:txBody>
          <a:bodyPr/>
          <a:lstStyle/>
          <a:p>
            <a:r>
              <a:rPr lang="en-US" dirty="0"/>
              <a:t>1</a:t>
            </a:r>
            <a:endParaRPr lang="x-none" dirty="0"/>
          </a:p>
        </p:txBody>
      </p:sp>
      <p:pic>
        <p:nvPicPr>
          <p:cNvPr id="1030" name="Picture 6" descr="Decoding the Endgame: Navigating Tic-Tac-Toe's Final Moves | by Elsa ...">
            <a:extLst>
              <a:ext uri="{FF2B5EF4-FFF2-40B4-BE49-F238E27FC236}">
                <a16:creationId xmlns:a16="http://schemas.microsoft.com/office/drawing/2014/main" id="{1718A384-B82A-8DC5-4FA0-8BEDAEFC48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67055" y="1458133"/>
            <a:ext cx="4876800" cy="4876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371150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404D65-5236-6EB0-2323-490378E7DF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05F69F1-E1F6-DD5E-D64F-2CFE46612EB1}"/>
              </a:ext>
            </a:extLst>
          </p:cNvPr>
          <p:cNvSpPr txBox="1">
            <a:spLocks/>
          </p:cNvSpPr>
          <p:nvPr/>
        </p:nvSpPr>
        <p:spPr>
          <a:xfrm>
            <a:off x="379614" y="1411574"/>
            <a:ext cx="5079078" cy="724247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6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GIỚI THIỆU</a:t>
            </a:r>
          </a:p>
        </p:txBody>
      </p:sp>
      <p:sp>
        <p:nvSpPr>
          <p:cNvPr id="3" name="Hộp Văn bản 2">
            <a:extLst>
              <a:ext uri="{FF2B5EF4-FFF2-40B4-BE49-F238E27FC236}">
                <a16:creationId xmlns:a16="http://schemas.microsoft.com/office/drawing/2014/main" id="{3B617566-F682-E814-01B0-319D956645FE}"/>
              </a:ext>
            </a:extLst>
          </p:cNvPr>
          <p:cNvSpPr txBox="1"/>
          <p:nvPr/>
        </p:nvSpPr>
        <p:spPr>
          <a:xfrm>
            <a:off x="370645" y="2508085"/>
            <a:ext cx="5737797" cy="286232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Minimax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thuật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toán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đệ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quy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nền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tảng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lý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thuyết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trò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chơi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trí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tuệ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nhân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tạo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thiết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kế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đặc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biệt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trò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chơi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đối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kháng</a:t>
            </a:r>
            <a:r>
              <a:rPr lang="vi-V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vi-V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hiến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lược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thuật toán là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người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chơi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gọi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Max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cố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gắng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tối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đa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hóa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(Maximize)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điểm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mình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giả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rằng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người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chơi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còn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lại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gọi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sẽ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luôn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chơi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tối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ưu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tối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thiểu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hóa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(Minimize)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điểm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Max</a:t>
            </a:r>
            <a:endParaRPr lang="vi-VN" sz="2800" dirty="0">
              <a:latin typeface="Times New Roman" panose="02020603050405020304" pitchFamily="18" charset="0"/>
              <a:ea typeface="+mn-lt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E09192-DED3-E85D-DED4-E432111703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821355" y="6334933"/>
            <a:ext cx="505557" cy="365125"/>
          </a:xfrm>
        </p:spPr>
        <p:txBody>
          <a:bodyPr/>
          <a:lstStyle/>
          <a:p>
            <a:r>
              <a:rPr lang="en-US" dirty="0"/>
              <a:t>2</a:t>
            </a:r>
          </a:p>
        </p:txBody>
      </p:sp>
      <p:pic>
        <p:nvPicPr>
          <p:cNvPr id="5122" name="Picture 2" descr="Decoding the Endgame: Navigating Tic-Tac-Toe's Final Moves | by Elsa ...">
            <a:extLst>
              <a:ext uri="{FF2B5EF4-FFF2-40B4-BE49-F238E27FC236}">
                <a16:creationId xmlns:a16="http://schemas.microsoft.com/office/drawing/2014/main" id="{FA46AE33-DEAE-4D12-5534-52FA9ECA02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33309" y="1640695"/>
            <a:ext cx="4876800" cy="4876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725411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577D1B-4EF6-B677-03A5-484E461A19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61C467B-6AAB-A89C-2C97-ACDE608BFF15}"/>
              </a:ext>
            </a:extLst>
          </p:cNvPr>
          <p:cNvSpPr txBox="1">
            <a:spLocks/>
          </p:cNvSpPr>
          <p:nvPr/>
        </p:nvSpPr>
        <p:spPr>
          <a:xfrm>
            <a:off x="1687483" y="736594"/>
            <a:ext cx="2131905" cy="493691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400" b="1" dirty="0">
                <a:solidFill>
                  <a:srgbClr val="FF0000"/>
                </a:solidFill>
                <a:cs typeface="Arial" panose="020B0604020202020204" pitchFamily="34" charset="0"/>
              </a:rPr>
              <a:t>GIỚI THIỆU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B151B0-719E-42DA-4651-885A699E06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821355" y="6334933"/>
            <a:ext cx="505557" cy="365125"/>
          </a:xfrm>
        </p:spPr>
        <p:txBody>
          <a:bodyPr/>
          <a:lstStyle/>
          <a:p>
            <a:r>
              <a:rPr lang="en-US" dirty="0"/>
              <a:t>3</a:t>
            </a:r>
            <a:endParaRPr lang="x-none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8F3674E-CB21-EDC5-3873-4B270372F6CF}"/>
              </a:ext>
            </a:extLst>
          </p:cNvPr>
          <p:cNvSpPr txBox="1"/>
          <p:nvPr/>
        </p:nvSpPr>
        <p:spPr>
          <a:xfrm>
            <a:off x="5556988" y="1947715"/>
            <a:ext cx="5545976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Cách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hoạt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cơ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bản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Xét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từng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trạng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thái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xảy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mỗi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nước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Đánh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giá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điểm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trạng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thái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cuối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nút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lá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bằng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hàm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đánh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giá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Lan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truyền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điểm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ngược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lên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cây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bằng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+ Ở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lượt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MAX: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chọn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giá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trị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lớn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nhất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+ Ở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lượt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MIN: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chọn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giá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trị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nhỏ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nhất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Lựa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chọn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nước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dẫn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đến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giá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trị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tốt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nhất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ở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tầng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gốc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Với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phức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tạp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O(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với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nhánh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tại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mỗi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nút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sâu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cây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B22D81B-209D-41AB-E346-A18D3DCB51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222" y="1291049"/>
            <a:ext cx="4593375" cy="5139013"/>
          </a:xfrm>
          <a:prstGeom prst="rect">
            <a:avLst/>
          </a:prstGeom>
        </p:spPr>
      </p:pic>
      <p:sp>
        <p:nvSpPr>
          <p:cNvPr id="12" name="Oval 11">
            <a:extLst>
              <a:ext uri="{FF2B5EF4-FFF2-40B4-BE49-F238E27FC236}">
                <a16:creationId xmlns:a16="http://schemas.microsoft.com/office/drawing/2014/main" id="{E0ABCBB7-D383-C151-902F-F9BFBB945709}"/>
              </a:ext>
            </a:extLst>
          </p:cNvPr>
          <p:cNvSpPr/>
          <p:nvPr/>
        </p:nvSpPr>
        <p:spPr>
          <a:xfrm>
            <a:off x="2169621" y="1164278"/>
            <a:ext cx="1030779" cy="982478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67080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779DDA-13F4-B09B-9308-A0975A146E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F06FA99-12FB-192C-5374-049B6D9B131C}"/>
              </a:ext>
            </a:extLst>
          </p:cNvPr>
          <p:cNvSpPr txBox="1">
            <a:spLocks/>
          </p:cNvSpPr>
          <p:nvPr/>
        </p:nvSpPr>
        <p:spPr>
          <a:xfrm>
            <a:off x="1687483" y="861285"/>
            <a:ext cx="2131905" cy="493691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400" b="1" dirty="0">
                <a:solidFill>
                  <a:srgbClr val="FF0000"/>
                </a:solidFill>
                <a:cs typeface="Arial" panose="020B0604020202020204" pitchFamily="34" charset="0"/>
              </a:rPr>
              <a:t>GIỚI THIỆU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EDE8A8-F7A8-159D-F6A1-1EE9604029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821355" y="6334933"/>
            <a:ext cx="505557" cy="365125"/>
          </a:xfrm>
        </p:spPr>
        <p:txBody>
          <a:bodyPr/>
          <a:lstStyle/>
          <a:p>
            <a:r>
              <a:rPr lang="en-US" dirty="0"/>
              <a:t>3</a:t>
            </a:r>
            <a:endParaRPr lang="x-none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E70FF41-9210-BA5A-D2D1-0D84EE5B54A1}"/>
              </a:ext>
            </a:extLst>
          </p:cNvPr>
          <p:cNvSpPr txBox="1"/>
          <p:nvPr/>
        </p:nvSpPr>
        <p:spPr>
          <a:xfrm>
            <a:off x="5556988" y="1947715"/>
            <a:ext cx="5545976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Cách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hoạt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cơ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bản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Xét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từng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trạng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thái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xảy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mỗi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nước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Đánh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giá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điểm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trạng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thái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cuối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nút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lá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bằng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hàm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đánh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giá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Lan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truyền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điểm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ngược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lên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cây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bằng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+ Ở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lượt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MAX: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chọn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giá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trị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lớn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nhất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+ Ở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lượt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MIN: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chọn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giá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trị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nhỏ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nhất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Lựa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chọn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nước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dẫn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đến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giá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trị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tốt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nhất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ở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tầng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gốc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Với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phức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tạp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O(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với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nhánh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tại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mỗi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nút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sâu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cây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43308F7-7C0D-0879-DB7E-625DE76656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222" y="1291049"/>
            <a:ext cx="4593375" cy="5139013"/>
          </a:xfrm>
          <a:prstGeom prst="rect">
            <a:avLst/>
          </a:prstGeom>
        </p:spPr>
      </p:pic>
      <p:sp>
        <p:nvSpPr>
          <p:cNvPr id="12" name="Oval 11">
            <a:extLst>
              <a:ext uri="{FF2B5EF4-FFF2-40B4-BE49-F238E27FC236}">
                <a16:creationId xmlns:a16="http://schemas.microsoft.com/office/drawing/2014/main" id="{1021652F-39A2-3DC9-ABE6-98E46E8C4342}"/>
              </a:ext>
            </a:extLst>
          </p:cNvPr>
          <p:cNvSpPr/>
          <p:nvPr/>
        </p:nvSpPr>
        <p:spPr>
          <a:xfrm>
            <a:off x="245222" y="2352502"/>
            <a:ext cx="4892043" cy="1454727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486051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9CE3B0-A324-F0E1-8DAC-CB43810042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64D95F0-4900-625C-6AFC-2BD39DFDB69E}"/>
              </a:ext>
            </a:extLst>
          </p:cNvPr>
          <p:cNvSpPr txBox="1">
            <a:spLocks/>
          </p:cNvSpPr>
          <p:nvPr/>
        </p:nvSpPr>
        <p:spPr>
          <a:xfrm>
            <a:off x="1687483" y="861285"/>
            <a:ext cx="2131905" cy="493691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400" b="1" dirty="0">
                <a:solidFill>
                  <a:srgbClr val="FF0000"/>
                </a:solidFill>
                <a:cs typeface="Arial" panose="020B0604020202020204" pitchFamily="34" charset="0"/>
              </a:rPr>
              <a:t>GIỚI THIỆU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831B28-00AF-8BC2-2960-B6230A21ED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821355" y="6334933"/>
            <a:ext cx="505557" cy="365125"/>
          </a:xfrm>
        </p:spPr>
        <p:txBody>
          <a:bodyPr/>
          <a:lstStyle/>
          <a:p>
            <a:r>
              <a:rPr lang="en-US" dirty="0"/>
              <a:t>3</a:t>
            </a:r>
            <a:endParaRPr lang="x-none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B30FAB1-8093-DE35-E3AE-11876679228C}"/>
              </a:ext>
            </a:extLst>
          </p:cNvPr>
          <p:cNvSpPr txBox="1"/>
          <p:nvPr/>
        </p:nvSpPr>
        <p:spPr>
          <a:xfrm>
            <a:off x="5556988" y="1947715"/>
            <a:ext cx="5545976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Cách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hoạt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cơ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bản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Xét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từng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trạng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thái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xảy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mỗi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nước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Đánh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giá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điểm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trạng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thái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cuối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nút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lá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bằng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hàm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đánh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giá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Lan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truyền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điểm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ngược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lên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cây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bằng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+ Ở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lượt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MAX: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chọn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giá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trị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lớn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nhất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+ Ở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lượt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MIN: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chọn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giá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trị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nhỏ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nhất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Lựa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chọn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nước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dẫn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đến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giá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trị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tốt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nhất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ở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tầng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gốc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Với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phức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tạp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O(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với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nhánh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tại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mỗi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nút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sâu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cây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BEEF43C-FF7E-2CE3-BB4B-943312FDD4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222" y="1291049"/>
            <a:ext cx="4593375" cy="5139013"/>
          </a:xfrm>
          <a:prstGeom prst="rect">
            <a:avLst/>
          </a:prstGeom>
        </p:spPr>
      </p:pic>
      <p:sp>
        <p:nvSpPr>
          <p:cNvPr id="12" name="Oval 11">
            <a:extLst>
              <a:ext uri="{FF2B5EF4-FFF2-40B4-BE49-F238E27FC236}">
                <a16:creationId xmlns:a16="http://schemas.microsoft.com/office/drawing/2014/main" id="{9E7787AF-5028-45A3-7383-0EAC9C6843E7}"/>
              </a:ext>
            </a:extLst>
          </p:cNvPr>
          <p:cNvSpPr/>
          <p:nvPr/>
        </p:nvSpPr>
        <p:spPr>
          <a:xfrm>
            <a:off x="-53446" y="3715789"/>
            <a:ext cx="4892043" cy="1599493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152627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C0625E-0CCF-69CC-E2F1-5BBD0217EE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8F95417-7587-3180-430A-375E4DE6DB9E}"/>
              </a:ext>
            </a:extLst>
          </p:cNvPr>
          <p:cNvSpPr txBox="1">
            <a:spLocks/>
          </p:cNvSpPr>
          <p:nvPr/>
        </p:nvSpPr>
        <p:spPr>
          <a:xfrm>
            <a:off x="1687483" y="861285"/>
            <a:ext cx="2131905" cy="493691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400" b="1" dirty="0">
                <a:solidFill>
                  <a:srgbClr val="FF0000"/>
                </a:solidFill>
                <a:cs typeface="Arial" panose="020B0604020202020204" pitchFamily="34" charset="0"/>
              </a:rPr>
              <a:t>GIỚI THIỆU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46DF27-9D16-834F-4BAB-F961BE87E6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821355" y="6334933"/>
            <a:ext cx="505557" cy="365125"/>
          </a:xfrm>
        </p:spPr>
        <p:txBody>
          <a:bodyPr/>
          <a:lstStyle/>
          <a:p>
            <a:r>
              <a:rPr lang="en-US" dirty="0"/>
              <a:t>3</a:t>
            </a:r>
            <a:endParaRPr lang="x-none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DCB3ACD-2D5E-7C79-D0DA-7099EF3A181F}"/>
              </a:ext>
            </a:extLst>
          </p:cNvPr>
          <p:cNvSpPr txBox="1"/>
          <p:nvPr/>
        </p:nvSpPr>
        <p:spPr>
          <a:xfrm>
            <a:off x="5556988" y="1947715"/>
            <a:ext cx="5545976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Cách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hoạt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cơ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bản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Xét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từng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trạng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thái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xảy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mỗi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nước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Đánh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giá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điểm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trạng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thái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cuối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nút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lá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bằng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hàm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đánh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giá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Lan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truyền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điểm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ngược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lên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cây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bằng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+ Ở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lượt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MAX: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chọn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giá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trị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lớn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nhất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+ Ở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lượt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MIN: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chọn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giá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trị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nhỏ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nhất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Lựa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chọn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nước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dẫn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đến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giá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trị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tốt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nhất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ở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tầng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gốc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Với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phức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tạp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O(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với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nhánh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tại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mỗi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nút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sâu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cây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8FBF399-F019-6214-CB1F-65A07E5C2B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222" y="1291049"/>
            <a:ext cx="4593375" cy="5139013"/>
          </a:xfrm>
          <a:prstGeom prst="rect">
            <a:avLst/>
          </a:prstGeom>
        </p:spPr>
      </p:pic>
      <p:sp>
        <p:nvSpPr>
          <p:cNvPr id="12" name="Oval 11">
            <a:extLst>
              <a:ext uri="{FF2B5EF4-FFF2-40B4-BE49-F238E27FC236}">
                <a16:creationId xmlns:a16="http://schemas.microsoft.com/office/drawing/2014/main" id="{252AA9C3-72B4-28FA-C415-22DB60EC724F}"/>
              </a:ext>
            </a:extLst>
          </p:cNvPr>
          <p:cNvSpPr/>
          <p:nvPr/>
        </p:nvSpPr>
        <p:spPr>
          <a:xfrm>
            <a:off x="395442" y="4874459"/>
            <a:ext cx="4892043" cy="1599493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795504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5559FD0B-15B5-A3CB-805C-C40DAC264E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4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0CB0FB9-3C21-1A11-36E5-0E0E9C02AF0C}"/>
              </a:ext>
            </a:extLst>
          </p:cNvPr>
          <p:cNvSpPr txBox="1"/>
          <p:nvPr/>
        </p:nvSpPr>
        <p:spPr>
          <a:xfrm>
            <a:off x="131676" y="2172306"/>
            <a:ext cx="4664767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Cắt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tỉa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Alpha-Beta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kỹ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thuật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nhằm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giảm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lượng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trạng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thái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cần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đánh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giá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vẫn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đảm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bảo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giữ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nguyên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kết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quả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cuối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cùng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Thuật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toán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này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hoạt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bằng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loại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bỏ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cắt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tỉa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nhánh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cần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thiết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cây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trạng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thái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những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nhánh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dù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đánh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giá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cũng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ảnh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hưởng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đến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quyết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cuối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cùng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phức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tạp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thuật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toán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O(b</a:t>
            </a:r>
            <a:r>
              <a:rPr lang="en-US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d/2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với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nhánh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chọn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sâu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nước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dự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đoán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trước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</p:txBody>
      </p:sp>
      <p:sp>
        <p:nvSpPr>
          <p:cNvPr id="7" name="Text Placeholder 1">
            <a:extLst>
              <a:ext uri="{FF2B5EF4-FFF2-40B4-BE49-F238E27FC236}">
                <a16:creationId xmlns:a16="http://schemas.microsoft.com/office/drawing/2014/main" id="{897F7B38-F0AB-D5F5-1207-00F0844D6C68}"/>
              </a:ext>
            </a:extLst>
          </p:cNvPr>
          <p:cNvSpPr txBox="1">
            <a:spLocks/>
          </p:cNvSpPr>
          <p:nvPr/>
        </p:nvSpPr>
        <p:spPr>
          <a:xfrm>
            <a:off x="252806" y="1448059"/>
            <a:ext cx="3775305" cy="724247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600" b="1" dirty="0" err="1">
                <a:solidFill>
                  <a:srgbClr val="FF0000"/>
                </a:solidFill>
              </a:rPr>
              <a:t>Cắt</a:t>
            </a:r>
            <a:r>
              <a:rPr lang="en-US" sz="3600" b="1" dirty="0">
                <a:solidFill>
                  <a:srgbClr val="FF0000"/>
                </a:solidFill>
              </a:rPr>
              <a:t> </a:t>
            </a:r>
            <a:r>
              <a:rPr lang="en-US" sz="3600" b="1" dirty="0" err="1">
                <a:solidFill>
                  <a:srgbClr val="FF0000"/>
                </a:solidFill>
              </a:rPr>
              <a:t>tỉa</a:t>
            </a:r>
            <a:r>
              <a:rPr lang="en-US" sz="3600" b="1" dirty="0">
                <a:solidFill>
                  <a:srgbClr val="FF0000"/>
                </a:solidFill>
              </a:rPr>
              <a:t> Alpha-Beta</a:t>
            </a:r>
          </a:p>
        </p:txBody>
      </p:sp>
      <p:pic>
        <p:nvPicPr>
          <p:cNvPr id="3074" name="Picture 2" descr="Gardener Pruning Fruit Pear Tree in Summer. Summer Fruit Tree Pruning ...">
            <a:extLst>
              <a:ext uri="{FF2B5EF4-FFF2-40B4-BE49-F238E27FC236}">
                <a16:creationId xmlns:a16="http://schemas.microsoft.com/office/drawing/2014/main" id="{3C22D7A9-7F6A-C90B-6ACE-6689CE92F3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56501" y="1620982"/>
            <a:ext cx="6782693" cy="45189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71282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8113F6-A3BB-9B3B-88C8-57BB210F02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09D26EA-B66B-61E6-FCC5-A35A63F3C8E6}"/>
              </a:ext>
            </a:extLst>
          </p:cNvPr>
          <p:cNvSpPr txBox="1">
            <a:spLocks/>
          </p:cNvSpPr>
          <p:nvPr/>
        </p:nvSpPr>
        <p:spPr>
          <a:xfrm>
            <a:off x="0" y="997014"/>
            <a:ext cx="3241895" cy="342721"/>
          </a:xfrm>
          <a:prstGeom prst="rect">
            <a:avLst/>
          </a:prstGeom>
        </p:spPr>
        <p:txBody>
          <a:bodyPr>
            <a:normAutofit fontScale="5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600" b="1" dirty="0">
                <a:solidFill>
                  <a:srgbClr val="FF0000"/>
                </a:solidFill>
              </a:rPr>
              <a:t>Nguyên </a:t>
            </a:r>
            <a:r>
              <a:rPr lang="en-US" sz="3600" b="1" dirty="0" err="1">
                <a:solidFill>
                  <a:srgbClr val="FF0000"/>
                </a:solidFill>
              </a:rPr>
              <a:t>lý</a:t>
            </a:r>
            <a:r>
              <a:rPr lang="en-US" sz="3600" b="1" dirty="0">
                <a:solidFill>
                  <a:srgbClr val="FF0000"/>
                </a:solidFill>
              </a:rPr>
              <a:t> </a:t>
            </a:r>
            <a:r>
              <a:rPr lang="en-US" sz="3600" b="1" dirty="0" err="1">
                <a:solidFill>
                  <a:srgbClr val="FF0000"/>
                </a:solidFill>
              </a:rPr>
              <a:t>hoạt</a:t>
            </a:r>
            <a:r>
              <a:rPr lang="en-US" sz="3600" b="1" dirty="0">
                <a:solidFill>
                  <a:srgbClr val="FF0000"/>
                </a:solidFill>
              </a:rPr>
              <a:t> </a:t>
            </a:r>
            <a:r>
              <a:rPr lang="en-US" sz="3600" b="1" dirty="0" err="1">
                <a:solidFill>
                  <a:srgbClr val="FF0000"/>
                </a:solidFill>
              </a:rPr>
              <a:t>động</a:t>
            </a:r>
            <a:r>
              <a:rPr lang="en-US" sz="3600" b="1" dirty="0">
                <a:solidFill>
                  <a:srgbClr val="FF0000"/>
                </a:solidFill>
              </a:rPr>
              <a:t> </a:t>
            </a:r>
            <a:r>
              <a:rPr lang="en-US" sz="3600" b="1" dirty="0" err="1">
                <a:solidFill>
                  <a:srgbClr val="FF0000"/>
                </a:solidFill>
              </a:rPr>
              <a:t>cơ</a:t>
            </a:r>
            <a:r>
              <a:rPr lang="en-US" sz="3600" b="1" dirty="0">
                <a:solidFill>
                  <a:srgbClr val="FF0000"/>
                </a:solidFill>
              </a:rPr>
              <a:t> </a:t>
            </a:r>
            <a:r>
              <a:rPr lang="en-US" sz="3600" b="1" dirty="0" err="1">
                <a:solidFill>
                  <a:srgbClr val="FF0000"/>
                </a:solidFill>
              </a:rPr>
              <a:t>bản</a:t>
            </a:r>
            <a:endParaRPr lang="en-US" sz="3600" b="1" dirty="0">
              <a:solidFill>
                <a:srgbClr val="FF0000"/>
              </a:solidFill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5EF02E66-4697-8C93-9E54-4E0A4F825D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5</a:t>
            </a:r>
          </a:p>
        </p:txBody>
      </p:sp>
      <p:pic>
        <p:nvPicPr>
          <p:cNvPr id="6150" name="Picture 6" descr="Adversarial Search Algorithms in Artificial Intelligence (AI ...">
            <a:extLst>
              <a:ext uri="{FF2B5EF4-FFF2-40B4-BE49-F238E27FC236}">
                <a16:creationId xmlns:a16="http://schemas.microsoft.com/office/drawing/2014/main" id="{85E20946-D163-751A-47BD-42878DE1A2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2668" y="1447801"/>
            <a:ext cx="6877050" cy="4876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D36C670-FADC-F5D0-2622-F285B58142F6}"/>
              </a:ext>
            </a:extLst>
          </p:cNvPr>
          <p:cNvSpPr txBox="1"/>
          <p:nvPr/>
        </p:nvSpPr>
        <p:spPr>
          <a:xfrm>
            <a:off x="6964680" y="1975911"/>
            <a:ext cx="5227320" cy="26484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Alpha-Beta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prunning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(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cắt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tỉa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Alpha-Beta)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hoạt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động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dựa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trên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việc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duy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trì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hai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giá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trị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</a:p>
          <a:p>
            <a:pPr marL="342900" marR="0" lvl="0" indent="-342900">
              <a:lnSpc>
                <a:spcPct val="107000"/>
              </a:lnSpc>
              <a:buFont typeface="Times New Roman" panose="02020603050405020304" pitchFamily="18" charset="0"/>
              <a:buChar char="-"/>
            </a:pP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Alpha (α):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giá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trị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tốt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nhất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mà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người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chơi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MAX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có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thể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đạt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được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 marL="342900" marR="0" lvl="0" indent="-342900">
              <a:lnSpc>
                <a:spcPct val="107000"/>
              </a:lnSpc>
              <a:spcAft>
                <a:spcPts val="800"/>
              </a:spcAft>
              <a:buFont typeface="Times New Roman" panose="02020603050405020304" pitchFamily="18" charset="0"/>
              <a:buChar char="-"/>
            </a:pP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Beta (β):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Giá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trị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tốt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nhất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mà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người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chơi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MIN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có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thể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đạt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được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	Khi β &lt;= α,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thuật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toán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sẽ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cắt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bỏ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(prune)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các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nhánh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không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cần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thiết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và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không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cần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xét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thêm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506997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3B56952-FE68-4ACC-35DC-7C87969C2E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6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4922732-A98B-9790-D40E-C867F03C83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002" y="1616334"/>
            <a:ext cx="5267325" cy="499745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2ECD975-AA7A-9EE5-00FD-6BFCE38B41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918" y="2232747"/>
            <a:ext cx="5869492" cy="4018426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Rectangle 1">
            <a:extLst>
              <a:ext uri="{FF2B5EF4-FFF2-40B4-BE49-F238E27FC236}">
                <a16:creationId xmlns:a16="http://schemas.microsoft.com/office/drawing/2014/main" id="{0D95FD2F-DD0F-0766-EB95-97164E0908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86549" y="1346317"/>
            <a:ext cx="6036533" cy="5078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Thuật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kumimoji="0" lang="en-US" altLang="zh-C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toán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Minimax </a:t>
            </a:r>
            <a:r>
              <a:rPr kumimoji="0" lang="en-US" altLang="zh-C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là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kumimoji="0" lang="en-US" altLang="zh-C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thuật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kumimoji="0" lang="en-US" altLang="zh-C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toán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kumimoji="0" lang="en-US" altLang="zh-C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xương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kumimoji="0" lang="en-US" altLang="zh-C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sống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kumimoji="0" lang="en-US" altLang="zh-C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của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AI. </a:t>
            </a:r>
            <a:r>
              <a:rPr kumimoji="0" lang="en-US" altLang="zh-C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Nó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kumimoji="0" lang="en-US" altLang="zh-C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hoạt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kumimoji="0" lang="en-US" altLang="zh-C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động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kumimoji="0" lang="en-US" altLang="zh-C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dựa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kumimoji="0" lang="en-US" altLang="zh-C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trên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2 </a:t>
            </a:r>
            <a:r>
              <a:rPr kumimoji="0" lang="en-US" altLang="zh-C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nguyên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kumimoji="0" lang="en-US" altLang="zh-C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tắc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zh-CN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Người </a:t>
            </a:r>
            <a:r>
              <a:rPr kumimoji="0" lang="en-US" altLang="zh-CN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chơi</a:t>
            </a:r>
            <a:r>
              <a:rPr kumimoji="0" lang="en-US" altLang="zh-CN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Max (AI):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kumimoji="0" lang="en-US" altLang="zh-C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Là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kumimoji="0" lang="en-US" altLang="zh-C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người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kumimoji="0" lang="en-US" altLang="zh-C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chơi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kumimoji="0" lang="en-US" altLang="zh-C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đang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kumimoji="0" lang="en-US" altLang="zh-C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cố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kumimoji="0" lang="en-US" altLang="zh-C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gắng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kumimoji="0" lang="en-US" altLang="zh-CN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tối</a:t>
            </a:r>
            <a:r>
              <a:rPr kumimoji="0" lang="en-US" altLang="zh-CN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kumimoji="0" lang="en-US" altLang="zh-CN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đa</a:t>
            </a:r>
            <a:r>
              <a:rPr kumimoji="0" lang="en-US" altLang="zh-CN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kumimoji="0" lang="en-US" altLang="zh-CN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hóa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kumimoji="0" lang="en-US" altLang="zh-C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điểm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kumimoji="0" lang="en-US" altLang="zh-C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số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kumimoji="0" lang="en-US" altLang="zh-C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của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kumimoji="0" lang="en-US" altLang="zh-C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mình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.</a:t>
            </a:r>
            <a:endParaRPr kumimoji="0" lang="en-US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zh-CN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Người </a:t>
            </a:r>
            <a:r>
              <a:rPr kumimoji="0" lang="en-US" altLang="zh-CN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chơi</a:t>
            </a:r>
            <a:r>
              <a:rPr kumimoji="0" lang="en-US" altLang="zh-CN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Min (</a:t>
            </a:r>
            <a:r>
              <a:rPr kumimoji="0" lang="en-US" altLang="zh-CN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Đối</a:t>
            </a:r>
            <a:r>
              <a:rPr kumimoji="0" lang="en-US" altLang="zh-CN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kumimoji="0" lang="en-US" altLang="zh-CN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thủ</a:t>
            </a:r>
            <a:r>
              <a:rPr kumimoji="0" lang="en-US" altLang="zh-CN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):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kumimoji="0" lang="en-US" altLang="zh-C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Bị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kumimoji="0" lang="en-US" altLang="zh-C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giả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kumimoji="0" lang="en-US" altLang="zh-C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định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kumimoji="0" lang="en-US" altLang="zh-C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là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kumimoji="0" lang="en-US" altLang="zh-C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luôn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kumimoji="0" lang="en-US" altLang="zh-C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chơi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kumimoji="0" lang="en-US" altLang="zh-C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tối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kumimoji="0" lang="en-US" altLang="zh-C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ưu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kumimoji="0" lang="en-US" altLang="zh-C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để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kumimoji="0" lang="en-US" altLang="zh-CN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tối</a:t>
            </a:r>
            <a:r>
              <a:rPr kumimoji="0" lang="en-US" altLang="zh-CN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kumimoji="0" lang="en-US" altLang="zh-CN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thiểu</a:t>
            </a:r>
            <a:r>
              <a:rPr kumimoji="0" lang="en-US" altLang="zh-CN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kumimoji="0" lang="en-US" altLang="zh-CN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hóa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kumimoji="0" lang="en-US" altLang="zh-C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điểm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kumimoji="0" lang="en-US" altLang="zh-C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số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kumimoji="0" lang="en-US" altLang="zh-C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của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AI.</a:t>
            </a:r>
            <a:endParaRPr kumimoji="0" lang="en-US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Hàm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minimax(depth, alpha, beta, </a:t>
            </a:r>
            <a:r>
              <a:rPr kumimoji="0" lang="en-US" altLang="zh-C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is_max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kumimoji="0" lang="en-US" altLang="zh-C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là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kumimoji="0" lang="en-US" altLang="zh-C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một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kumimoji="0" lang="en-US" altLang="zh-C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hàm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kumimoji="0" lang="en-US" altLang="zh-C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đệ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kumimoji="0" lang="en-US" altLang="zh-C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quy</a:t>
            </a:r>
            <a:r>
              <a:rPr kumimoji="0" lang="vi-V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, trong đó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: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altLang="zh-CN" dirty="0" err="1"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Nếu</a:t>
            </a:r>
            <a:r>
              <a:rPr lang="en-US" altLang="zh-CN" dirty="0"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lang="en-US" altLang="zh-CN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is_max</a:t>
            </a:r>
            <a:r>
              <a:rPr lang="en-US" altLang="zh-CN" dirty="0"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lang="en-US" altLang="zh-CN" dirty="0" err="1"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là</a:t>
            </a:r>
            <a:r>
              <a:rPr lang="en-US" altLang="zh-CN" dirty="0"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True</a:t>
            </a:r>
            <a:r>
              <a:rPr lang="en-US" altLang="zh-CN" dirty="0"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(</a:t>
            </a:r>
            <a:r>
              <a:rPr lang="en-US" altLang="zh-CN" dirty="0" err="1"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lượt</a:t>
            </a:r>
            <a:r>
              <a:rPr lang="en-US" altLang="zh-CN" dirty="0"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AI), </a:t>
            </a:r>
            <a:r>
              <a:rPr lang="en-US" altLang="zh-CN" dirty="0" err="1"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nó</a:t>
            </a:r>
            <a:r>
              <a:rPr lang="en-US" altLang="zh-CN" dirty="0"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lang="en-US" altLang="zh-CN" dirty="0" err="1"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sẽ</a:t>
            </a:r>
            <a:r>
              <a:rPr lang="en-US" altLang="zh-CN" dirty="0"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lang="en-US" altLang="zh-CN" dirty="0" err="1"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thử</a:t>
            </a:r>
            <a:r>
              <a:rPr lang="en-US" altLang="zh-CN" dirty="0"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lang="en-US" altLang="zh-CN" dirty="0" err="1"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tất</a:t>
            </a:r>
            <a:r>
              <a:rPr lang="en-US" altLang="zh-CN" dirty="0"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lang="en-US" altLang="zh-CN" dirty="0" err="1"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cả</a:t>
            </a:r>
            <a:r>
              <a:rPr lang="en-US" altLang="zh-CN" dirty="0"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lang="en-US" altLang="zh-CN" dirty="0" err="1"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các</a:t>
            </a:r>
            <a:r>
              <a:rPr lang="en-US" altLang="zh-CN" dirty="0"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lang="en-US" altLang="zh-CN" dirty="0" err="1"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nước</a:t>
            </a:r>
            <a:r>
              <a:rPr lang="en-US" altLang="zh-CN" dirty="0"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lang="en-US" altLang="zh-CN" dirty="0" err="1"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đi</a:t>
            </a:r>
            <a:r>
              <a:rPr lang="en-US" altLang="zh-CN" dirty="0"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, </a:t>
            </a:r>
            <a:r>
              <a:rPr lang="en-US" altLang="zh-CN" dirty="0" err="1"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gọi</a:t>
            </a:r>
            <a:r>
              <a:rPr lang="en-US" altLang="zh-CN" dirty="0"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lang="en-US" altLang="zh-CN" dirty="0" err="1"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đệ</a:t>
            </a:r>
            <a:r>
              <a:rPr lang="en-US" altLang="zh-CN" dirty="0"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lang="en-US" altLang="zh-CN" dirty="0" err="1"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quy</a:t>
            </a:r>
            <a:r>
              <a:rPr lang="en-US" altLang="zh-CN" dirty="0"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minimax</a:t>
            </a:r>
            <a:r>
              <a:rPr lang="en-US" altLang="zh-CN" dirty="0"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lang="en-US" altLang="zh-CN" dirty="0" err="1"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cho</a:t>
            </a:r>
            <a:r>
              <a:rPr lang="en-US" altLang="zh-CN" dirty="0"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lang="en-US" altLang="zh-CN" dirty="0" err="1"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từng</a:t>
            </a:r>
            <a:r>
              <a:rPr lang="en-US" altLang="zh-CN" dirty="0"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lang="en-US" altLang="zh-CN" dirty="0" err="1"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nước</a:t>
            </a:r>
            <a:r>
              <a:rPr lang="en-US" altLang="zh-CN" dirty="0"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lang="en-US" altLang="zh-CN" dirty="0" err="1"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đi</a:t>
            </a:r>
            <a:r>
              <a:rPr lang="en-US" altLang="zh-CN" dirty="0"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lang="en-US" altLang="zh-CN" dirty="0" err="1"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với</a:t>
            </a:r>
            <a:r>
              <a:rPr lang="en-US" altLang="zh-CN" dirty="0"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lang="en-US" altLang="zh-CN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is_max</a:t>
            </a:r>
            <a:r>
              <a:rPr lang="en-US" altLang="zh-CN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=False</a:t>
            </a:r>
            <a:r>
              <a:rPr lang="en-US" altLang="zh-CN" dirty="0"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, </a:t>
            </a:r>
            <a:r>
              <a:rPr lang="en-US" altLang="zh-CN" dirty="0" err="1"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và</a:t>
            </a:r>
            <a:r>
              <a:rPr lang="en-US" altLang="zh-CN" dirty="0"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lang="en-US" altLang="zh-CN" dirty="0" err="1"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chọn</a:t>
            </a:r>
            <a:r>
              <a:rPr lang="en-US" altLang="zh-CN" dirty="0"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lang="en-US" altLang="zh-CN" dirty="0" err="1"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nước</a:t>
            </a:r>
            <a:r>
              <a:rPr lang="en-US" altLang="zh-CN" dirty="0"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lang="en-US" altLang="zh-CN" dirty="0" err="1"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đi</a:t>
            </a:r>
            <a:r>
              <a:rPr lang="en-US" altLang="zh-CN" dirty="0"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lang="en-US" altLang="zh-CN" dirty="0" err="1"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mang</a:t>
            </a:r>
            <a:r>
              <a:rPr lang="en-US" altLang="zh-CN" dirty="0"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lang="en-US" altLang="zh-CN" dirty="0" err="1"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lại</a:t>
            </a:r>
            <a:r>
              <a:rPr lang="en-US" altLang="zh-CN" dirty="0"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lang="en-US" altLang="zh-CN" b="1" dirty="0" err="1"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điểm</a:t>
            </a:r>
            <a:r>
              <a:rPr lang="en-US" altLang="zh-CN" b="1" dirty="0"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lang="en-US" altLang="zh-CN" b="1" dirty="0" err="1"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số</a:t>
            </a:r>
            <a:r>
              <a:rPr lang="en-US" altLang="zh-CN" b="1" dirty="0"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lang="en-US" altLang="zh-CN" b="1" dirty="0" err="1"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cao</a:t>
            </a:r>
            <a:r>
              <a:rPr lang="en-US" altLang="zh-CN" b="1" dirty="0"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lang="en-US" altLang="zh-CN" b="1" dirty="0" err="1"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nhất</a:t>
            </a:r>
            <a:r>
              <a:rPr lang="en-US" altLang="zh-CN" dirty="0"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.</a:t>
            </a:r>
            <a:endParaRPr lang="en-US" altLang="zh-CN" dirty="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altLang="zh-CN" dirty="0" err="1"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Nếu</a:t>
            </a:r>
            <a:r>
              <a:rPr lang="en-US" altLang="zh-CN" dirty="0"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lang="en-US" altLang="zh-CN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is_max</a:t>
            </a:r>
            <a:r>
              <a:rPr lang="en-US" altLang="zh-CN" dirty="0"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lang="en-US" altLang="zh-CN" dirty="0" err="1"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là</a:t>
            </a:r>
            <a:r>
              <a:rPr lang="en-US" altLang="zh-CN" dirty="0"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False</a:t>
            </a:r>
            <a:r>
              <a:rPr lang="en-US" altLang="zh-CN" dirty="0"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(</a:t>
            </a:r>
            <a:r>
              <a:rPr lang="en-US" altLang="zh-CN" dirty="0" err="1"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lượt</a:t>
            </a:r>
            <a:r>
              <a:rPr lang="en-US" altLang="zh-CN" dirty="0"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lang="en-US" altLang="zh-CN" dirty="0" err="1"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đối</a:t>
            </a:r>
            <a:r>
              <a:rPr lang="en-US" altLang="zh-CN" dirty="0"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lang="en-US" altLang="zh-CN" dirty="0" err="1"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thủ</a:t>
            </a:r>
            <a:r>
              <a:rPr lang="en-US" altLang="zh-CN" dirty="0"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), </a:t>
            </a:r>
            <a:r>
              <a:rPr lang="en-US" altLang="zh-CN" dirty="0" err="1"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nó</a:t>
            </a:r>
            <a:r>
              <a:rPr lang="en-US" altLang="zh-CN" dirty="0"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lang="en-US" altLang="zh-CN" dirty="0" err="1"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sẽ</a:t>
            </a:r>
            <a:r>
              <a:rPr lang="en-US" altLang="zh-CN" dirty="0"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lang="en-US" altLang="zh-CN" dirty="0" err="1"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làm</a:t>
            </a:r>
            <a:r>
              <a:rPr lang="en-US" altLang="zh-CN" dirty="0"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lang="en-US" altLang="zh-CN" dirty="0" err="1"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tương</a:t>
            </a:r>
            <a:r>
              <a:rPr lang="en-US" altLang="zh-CN" dirty="0"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lang="en-US" altLang="zh-CN" dirty="0" err="1"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tự</a:t>
            </a:r>
            <a:r>
              <a:rPr lang="en-US" altLang="zh-CN" dirty="0"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lang="en-US" altLang="zh-CN" dirty="0" err="1"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nhưng</a:t>
            </a:r>
            <a:r>
              <a:rPr lang="en-US" altLang="zh-CN" dirty="0"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lang="en-US" altLang="zh-CN" dirty="0" err="1"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chọn</a:t>
            </a:r>
            <a:r>
              <a:rPr lang="en-US" altLang="zh-CN" dirty="0"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lang="en-US" altLang="zh-CN" dirty="0" err="1"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nước</a:t>
            </a:r>
            <a:r>
              <a:rPr lang="en-US" altLang="zh-CN" dirty="0"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lang="en-US" altLang="zh-CN" dirty="0" err="1"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đi</a:t>
            </a:r>
            <a:r>
              <a:rPr lang="en-US" altLang="zh-CN" dirty="0"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lang="en-US" altLang="zh-CN" dirty="0" err="1"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mang</a:t>
            </a:r>
            <a:r>
              <a:rPr lang="en-US" altLang="zh-CN" dirty="0"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lang="en-US" altLang="zh-CN" dirty="0" err="1"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lại</a:t>
            </a:r>
            <a:r>
              <a:rPr lang="en-US" altLang="zh-CN" dirty="0"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lang="en-US" altLang="zh-CN" b="1" dirty="0" err="1"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điểm</a:t>
            </a:r>
            <a:r>
              <a:rPr lang="en-US" altLang="zh-CN" b="1" dirty="0"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lang="en-US" altLang="zh-CN" b="1" dirty="0" err="1"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số</a:t>
            </a:r>
            <a:r>
              <a:rPr lang="en-US" altLang="zh-CN" b="1" dirty="0"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lang="en-US" altLang="zh-CN" b="1" dirty="0" err="1"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thấp</a:t>
            </a:r>
            <a:r>
              <a:rPr lang="en-US" altLang="zh-CN" b="1" dirty="0"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lang="en-US" altLang="zh-CN" b="1" dirty="0" err="1"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nhất</a:t>
            </a:r>
            <a:r>
              <a:rPr lang="en-US" altLang="zh-CN" dirty="0"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.</a:t>
            </a:r>
            <a:endParaRPr lang="en-US" altLang="zh-CN" dirty="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altLang="zh-CN" b="1" dirty="0" err="1"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Điều</a:t>
            </a:r>
            <a:r>
              <a:rPr lang="en-US" altLang="zh-CN" b="1" dirty="0"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lang="en-US" altLang="zh-CN" b="1" dirty="0" err="1"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kiện</a:t>
            </a:r>
            <a:r>
              <a:rPr lang="en-US" altLang="zh-CN" b="1" dirty="0"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lang="en-US" altLang="zh-CN" b="1" dirty="0" err="1"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dừng</a:t>
            </a:r>
            <a:r>
              <a:rPr lang="en-US" altLang="zh-CN" b="1" dirty="0"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(Base Case):</a:t>
            </a:r>
            <a:r>
              <a:rPr lang="en-US" altLang="zh-CN" dirty="0"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lang="en-US" altLang="zh-CN" dirty="0" err="1"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Quá</a:t>
            </a:r>
            <a:r>
              <a:rPr lang="en-US" altLang="zh-CN" dirty="0"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lang="en-US" altLang="zh-CN" dirty="0" err="1"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trình</a:t>
            </a:r>
            <a:r>
              <a:rPr lang="en-US" altLang="zh-CN" dirty="0"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lang="en-US" altLang="zh-CN" dirty="0" err="1"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đệ</a:t>
            </a:r>
            <a:r>
              <a:rPr lang="en-US" altLang="zh-CN" dirty="0"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lang="en-US" altLang="zh-CN" dirty="0" err="1"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quy</a:t>
            </a:r>
            <a:r>
              <a:rPr lang="en-US" altLang="zh-CN" dirty="0"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lang="en-US" altLang="zh-CN" dirty="0" err="1"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dừng</a:t>
            </a:r>
            <a:r>
              <a:rPr lang="en-US" altLang="zh-CN" dirty="0"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lang="en-US" altLang="zh-CN" dirty="0" err="1"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lại</a:t>
            </a:r>
            <a:r>
              <a:rPr lang="en-US" altLang="zh-CN" dirty="0"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lang="en-US" altLang="zh-CN" dirty="0" err="1"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khi</a:t>
            </a:r>
            <a:r>
              <a:rPr lang="en-US" altLang="zh-CN" dirty="0"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depth == 0</a:t>
            </a:r>
            <a:r>
              <a:rPr lang="en-US" altLang="zh-CN" dirty="0"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. </a:t>
            </a:r>
            <a:r>
              <a:rPr lang="en-US" altLang="zh-CN" dirty="0" err="1"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Tại</a:t>
            </a:r>
            <a:r>
              <a:rPr lang="en-US" altLang="zh-CN" dirty="0"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lang="en-US" altLang="zh-CN" dirty="0" err="1"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đây</a:t>
            </a:r>
            <a:r>
              <a:rPr lang="en-US" altLang="zh-CN" dirty="0"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, </a:t>
            </a:r>
            <a:r>
              <a:rPr lang="en-US" altLang="zh-CN" dirty="0" err="1"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thuật</a:t>
            </a:r>
            <a:r>
              <a:rPr lang="en-US" altLang="zh-CN" dirty="0"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lang="en-US" altLang="zh-CN" dirty="0" err="1"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toán</a:t>
            </a:r>
            <a:r>
              <a:rPr lang="en-US" altLang="zh-CN" dirty="0"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lang="en-US" altLang="zh-CN" dirty="0" err="1"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không</a:t>
            </a:r>
            <a:r>
              <a:rPr lang="en-US" altLang="zh-CN" dirty="0"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"</a:t>
            </a:r>
            <a:r>
              <a:rPr lang="en-US" altLang="zh-CN" dirty="0" err="1"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tưởng</a:t>
            </a:r>
            <a:r>
              <a:rPr lang="en-US" altLang="zh-CN" dirty="0"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lang="en-US" altLang="zh-CN" dirty="0" err="1"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tượng</a:t>
            </a:r>
            <a:r>
              <a:rPr lang="en-US" altLang="zh-CN" dirty="0"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" </a:t>
            </a:r>
            <a:r>
              <a:rPr lang="en-US" altLang="zh-CN" dirty="0" err="1"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nữa</a:t>
            </a:r>
            <a:r>
              <a:rPr lang="en-US" altLang="zh-CN" dirty="0"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lang="en-US" altLang="zh-CN" dirty="0" err="1"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mà</a:t>
            </a:r>
            <a:r>
              <a:rPr lang="en-US" altLang="zh-CN" dirty="0"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lang="en-US" altLang="zh-CN" dirty="0" err="1"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gọi</a:t>
            </a:r>
            <a:r>
              <a:rPr lang="en-US" altLang="zh-CN" dirty="0"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lang="en-US" altLang="zh-CN" b="1" dirty="0" err="1"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Hàm</a:t>
            </a:r>
            <a:r>
              <a:rPr lang="en-US" altLang="zh-CN" b="1" dirty="0"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lang="en-US" altLang="zh-CN" b="1" dirty="0" err="1"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Lượng</a:t>
            </a:r>
            <a:r>
              <a:rPr lang="en-US" altLang="zh-CN" b="1" dirty="0"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lang="en-US" altLang="zh-CN" b="1" dirty="0" err="1"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giá</a:t>
            </a:r>
            <a:r>
              <a:rPr lang="en-US" altLang="zh-CN" dirty="0"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lang="en-US" altLang="zh-CN" dirty="0" err="1"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để</a:t>
            </a:r>
            <a:r>
              <a:rPr lang="en-US" altLang="zh-CN" dirty="0"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lang="en-US" altLang="zh-CN" dirty="0" err="1"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chấm</a:t>
            </a:r>
            <a:r>
              <a:rPr lang="en-US" altLang="zh-CN" dirty="0"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lang="en-US" altLang="zh-CN" dirty="0" err="1"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điểm</a:t>
            </a:r>
            <a:r>
              <a:rPr lang="en-US" altLang="zh-CN" dirty="0"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lang="en-US" altLang="zh-CN" dirty="0" err="1"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cho</a:t>
            </a:r>
            <a:r>
              <a:rPr lang="en-US" altLang="zh-CN" dirty="0"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lang="en-US" altLang="zh-CN" dirty="0" err="1"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thế</a:t>
            </a:r>
            <a:r>
              <a:rPr lang="en-US" altLang="zh-CN" dirty="0"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lang="en-US" altLang="zh-CN" dirty="0" err="1"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cờ</a:t>
            </a:r>
            <a:r>
              <a:rPr lang="en-US" altLang="zh-CN" dirty="0"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lang="en-US" altLang="zh-CN" dirty="0" err="1"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hiện</a:t>
            </a:r>
            <a:r>
              <a:rPr lang="en-US" altLang="zh-CN" dirty="0"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lang="en-US" altLang="zh-CN" dirty="0" err="1"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tại</a:t>
            </a:r>
            <a:r>
              <a:rPr lang="en-US" altLang="zh-CN" dirty="0"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.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62801AE-C45C-33E7-6CA8-08F6060D53F6}"/>
              </a:ext>
            </a:extLst>
          </p:cNvPr>
          <p:cNvSpPr txBox="1"/>
          <p:nvPr/>
        </p:nvSpPr>
        <p:spPr>
          <a:xfrm>
            <a:off x="299258" y="997527"/>
            <a:ext cx="43854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CÁC THUẬT TOÁN TRIỂN KHAI</a:t>
            </a:r>
          </a:p>
        </p:txBody>
      </p:sp>
    </p:spTree>
    <p:extLst>
      <p:ext uri="{BB962C8B-B14F-4D97-AF65-F5344CB8AC3E}">
        <p14:creationId xmlns:p14="http://schemas.microsoft.com/office/powerpoint/2010/main" val="20315483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527D544-9303-8D47-388C-6C05B762C1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9440A-2DED-3643-ADED-9B5C83E7D828}" type="slidenum">
              <a:rPr lang="x-none" smtClean="0"/>
              <a:pPr/>
              <a:t>12</a:t>
            </a:fld>
            <a:endParaRPr lang="x-none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FFDA188-44A0-CF70-9791-D2DDB493C7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0876" y="1534088"/>
            <a:ext cx="8407031" cy="914314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Rectangle 1">
            <a:extLst>
              <a:ext uri="{FF2B5EF4-FFF2-40B4-BE49-F238E27FC236}">
                <a16:creationId xmlns:a16="http://schemas.microsoft.com/office/drawing/2014/main" id="{6A7BEE53-1D40-E4CF-2D76-A2CA69D3EF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2509" y="877296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Các </a:t>
            </a:r>
            <a:r>
              <a:rPr kumimoji="0" lang="en-US" altLang="zh-CN" sz="1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mức</a:t>
            </a:r>
            <a:r>
              <a:rPr kumimoji="0" lang="en-US" altLang="zh-CN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kumimoji="0" lang="en-US" altLang="zh-CN" sz="1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độ</a:t>
            </a:r>
            <a:r>
              <a:rPr kumimoji="0" lang="en-US" altLang="zh-CN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kumimoji="0" lang="en-US" altLang="zh-CN" sz="1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khó</a:t>
            </a:r>
            <a:r>
              <a:rPr kumimoji="0" lang="en-US" altLang="zh-CN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:</a:t>
            </a:r>
            <a:endParaRPr kumimoji="0" lang="en-US" altLang="zh-CN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easy:</a:t>
            </a:r>
            <a:r>
              <a:rPr kumimoji="0" lang="en-US" altLang="zh-CN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kumimoji="0" lang="en-US" altLang="zh-CN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Chỉ</a:t>
            </a:r>
            <a:r>
              <a:rPr kumimoji="0" lang="en-US" altLang="zh-CN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kumimoji="0" lang="en-US" altLang="zh-CN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lấy</a:t>
            </a:r>
            <a:r>
              <a:rPr kumimoji="0" lang="en-US" altLang="zh-CN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kumimoji="0" lang="en-US" altLang="zh-CN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nước</a:t>
            </a:r>
            <a:r>
              <a:rPr kumimoji="0" lang="en-US" altLang="zh-CN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kumimoji="0" lang="en-US" altLang="zh-CN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đi</a:t>
            </a:r>
            <a:r>
              <a:rPr kumimoji="0" lang="en-US" altLang="zh-CN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kumimoji="0" lang="en-US" altLang="zh-CN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tốt</a:t>
            </a:r>
            <a:r>
              <a:rPr kumimoji="0" lang="en-US" altLang="zh-CN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kumimoji="0" lang="en-US" altLang="zh-CN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nhất</a:t>
            </a:r>
            <a:r>
              <a:rPr kumimoji="0" lang="en-US" altLang="zh-CN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kumimoji="0" lang="en-US" altLang="zh-CN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từ</a:t>
            </a:r>
            <a:r>
              <a:rPr kumimoji="0" lang="en-US" altLang="zh-CN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kumimoji="0" lang="en-US" altLang="zh-CN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get_smart_moves</a:t>
            </a:r>
            <a:r>
              <a:rPr kumimoji="0" lang="en-US" altLang="zh-CN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kumimoji="0" lang="en-US" altLang="zh-CN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mà</a:t>
            </a:r>
            <a:r>
              <a:rPr kumimoji="0" lang="en-US" altLang="zh-CN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kumimoji="0" lang="en-US" altLang="zh-CN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không</a:t>
            </a:r>
            <a:r>
              <a:rPr kumimoji="0" lang="en-US" altLang="zh-CN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kumimoji="0" lang="en-US" altLang="zh-CN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cần</a:t>
            </a:r>
            <a:r>
              <a:rPr kumimoji="0" lang="en-US" altLang="zh-CN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kumimoji="0" lang="en-US" altLang="zh-CN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gọi</a:t>
            </a:r>
            <a:r>
              <a:rPr kumimoji="0" lang="en-US" altLang="zh-CN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Minimax. </a:t>
            </a:r>
            <a:r>
              <a:rPr kumimoji="0" lang="en-US" altLang="zh-CN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Đây</a:t>
            </a:r>
            <a:r>
              <a:rPr kumimoji="0" lang="en-US" altLang="zh-CN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kumimoji="0" lang="en-US" altLang="zh-CN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là</a:t>
            </a:r>
            <a:r>
              <a:rPr kumimoji="0" lang="en-US" altLang="zh-CN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kumimoji="0" lang="en-US" altLang="zh-CN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một</a:t>
            </a:r>
            <a:r>
              <a:rPr kumimoji="0" lang="en-US" altLang="zh-CN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kumimoji="0" lang="en-US" altLang="zh-CN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nước</a:t>
            </a:r>
            <a:r>
              <a:rPr kumimoji="0" lang="en-US" altLang="zh-CN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kumimoji="0" lang="en-US" altLang="zh-CN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đi</a:t>
            </a:r>
            <a:r>
              <a:rPr kumimoji="0" lang="en-US" altLang="zh-CN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"</a:t>
            </a:r>
            <a:r>
              <a:rPr kumimoji="0" lang="en-US" altLang="zh-CN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có</a:t>
            </a:r>
            <a:r>
              <a:rPr kumimoji="0" lang="en-US" altLang="zh-CN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kumimoji="0" lang="en-US" altLang="zh-CN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lý</a:t>
            </a:r>
            <a:r>
              <a:rPr kumimoji="0" lang="en-US" altLang="zh-CN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" </a:t>
            </a:r>
            <a:r>
              <a:rPr kumimoji="0" lang="en-US" altLang="zh-CN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nhưng</a:t>
            </a:r>
            <a:r>
              <a:rPr kumimoji="0" lang="en-US" altLang="zh-CN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kumimoji="0" lang="en-US" altLang="zh-CN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không</a:t>
            </a:r>
            <a:r>
              <a:rPr kumimoji="0" lang="en-US" altLang="zh-CN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kumimoji="0" lang="en-US" altLang="zh-CN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sâu</a:t>
            </a:r>
            <a:r>
              <a:rPr kumimoji="0" lang="en-US" altLang="zh-CN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.</a:t>
            </a:r>
            <a:endParaRPr kumimoji="0" lang="en-US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F56302E8-BD68-5487-44C8-15F7EA7FDA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0876" y="2698197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normal:</a:t>
            </a:r>
            <a:r>
              <a:rPr kumimoji="0" lang="en-US" altLang="zh-CN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kumimoji="0" lang="en-US" altLang="zh-CN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Gọi</a:t>
            </a:r>
            <a:r>
              <a:rPr kumimoji="0" lang="en-US" altLang="zh-CN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kumimoji="0" lang="en-US" altLang="zh-CN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minimax(depth=3, ...)</a:t>
            </a:r>
            <a:r>
              <a:rPr kumimoji="0" lang="en-US" altLang="zh-CN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. AI </a:t>
            </a:r>
            <a:r>
              <a:rPr kumimoji="0" lang="en-US" altLang="zh-CN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có</a:t>
            </a:r>
            <a:r>
              <a:rPr kumimoji="0" lang="en-US" altLang="zh-CN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kumimoji="0" lang="en-US" altLang="zh-CN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thể</a:t>
            </a:r>
            <a:r>
              <a:rPr kumimoji="0" lang="en-US" altLang="zh-CN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kumimoji="0" lang="en-US" altLang="zh-CN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nhìn</a:t>
            </a:r>
            <a:r>
              <a:rPr kumimoji="0" lang="en-US" altLang="zh-CN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kumimoji="0" lang="en-US" altLang="zh-CN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trước</a:t>
            </a:r>
            <a:r>
              <a:rPr kumimoji="0" lang="en-US" altLang="zh-CN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3 </a:t>
            </a:r>
            <a:r>
              <a:rPr kumimoji="0" lang="en-US" altLang="zh-CN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nước</a:t>
            </a:r>
            <a:r>
              <a:rPr kumimoji="0" lang="en-US" altLang="zh-CN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kumimoji="0" lang="en-US" altLang="zh-CN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đi</a:t>
            </a:r>
            <a:r>
              <a:rPr kumimoji="0" lang="en-US" altLang="zh-CN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.</a:t>
            </a:r>
            <a:endParaRPr kumimoji="0" lang="en-US" altLang="zh-CN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8434" name="Picture 21">
            <a:extLst>
              <a:ext uri="{FF2B5EF4-FFF2-40B4-BE49-F238E27FC236}">
                <a16:creationId xmlns:a16="http://schemas.microsoft.com/office/drawing/2014/main" id="{28E10B11-2723-B68F-5AEA-4FA1A98728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0876" y="3002516"/>
            <a:ext cx="5267325" cy="1400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4">
            <a:extLst>
              <a:ext uri="{FF2B5EF4-FFF2-40B4-BE49-F238E27FC236}">
                <a16:creationId xmlns:a16="http://schemas.microsoft.com/office/drawing/2014/main" id="{7EC39FD4-9928-0DC7-AA7D-648C4C221D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5691" y="486675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0" name="Rectangle 6">
            <a:extLst>
              <a:ext uri="{FF2B5EF4-FFF2-40B4-BE49-F238E27FC236}">
                <a16:creationId xmlns:a16="http://schemas.microsoft.com/office/drawing/2014/main" id="{AA0EBA3B-2BBB-D29D-AB53-BEBA00E3BE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2509" y="4590370"/>
            <a:ext cx="8689943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hard:</a:t>
            </a:r>
            <a:r>
              <a:rPr kumimoji="0" lang="en-US" altLang="zh-CN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kumimoji="0" lang="en-US" altLang="zh-CN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Gọi</a:t>
            </a:r>
            <a:r>
              <a:rPr kumimoji="0" lang="en-US" altLang="zh-CN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kumimoji="0" lang="en-US" altLang="zh-CN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minimax(depth=5, ...)</a:t>
            </a:r>
            <a:r>
              <a:rPr kumimoji="0" lang="en-US" altLang="zh-CN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. AI </a:t>
            </a:r>
            <a:r>
              <a:rPr kumimoji="0" lang="en-US" altLang="zh-CN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có</a:t>
            </a:r>
            <a:r>
              <a:rPr kumimoji="0" lang="en-US" altLang="zh-CN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kumimoji="0" lang="en-US" altLang="zh-CN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thể</a:t>
            </a:r>
            <a:r>
              <a:rPr kumimoji="0" lang="en-US" altLang="zh-CN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kumimoji="0" lang="en-US" altLang="zh-CN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nhìn</a:t>
            </a:r>
            <a:r>
              <a:rPr kumimoji="0" lang="en-US" altLang="zh-CN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kumimoji="0" lang="en-US" altLang="zh-CN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trước</a:t>
            </a:r>
            <a:r>
              <a:rPr kumimoji="0" lang="en-US" altLang="zh-CN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5 </a:t>
            </a:r>
            <a:r>
              <a:rPr kumimoji="0" lang="en-US" altLang="zh-CN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nước</a:t>
            </a:r>
            <a:r>
              <a:rPr kumimoji="0" lang="en-US" altLang="zh-CN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kumimoji="0" lang="en-US" altLang="zh-CN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đi</a:t>
            </a:r>
            <a:r>
              <a:rPr kumimoji="0" lang="en-US" altLang="zh-CN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, </a:t>
            </a:r>
            <a:r>
              <a:rPr kumimoji="0" lang="en-US" altLang="zh-CN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đủ</a:t>
            </a:r>
            <a:r>
              <a:rPr kumimoji="0" lang="en-US" altLang="zh-CN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kumimoji="0" lang="en-US" altLang="zh-CN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sức</a:t>
            </a:r>
            <a:r>
              <a:rPr kumimoji="0" lang="en-US" altLang="zh-CN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kumimoji="0" lang="en-US" altLang="zh-CN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mạnh</a:t>
            </a:r>
            <a:r>
              <a:rPr kumimoji="0" lang="en-US" altLang="zh-CN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kumimoji="0" lang="en-US" altLang="zh-CN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để</a:t>
            </a:r>
            <a:r>
              <a:rPr kumimoji="0" lang="en-US" altLang="zh-CN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kumimoji="0" lang="en-US" altLang="zh-CN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đánh</a:t>
            </a:r>
            <a:r>
              <a:rPr kumimoji="0" lang="en-US" altLang="zh-CN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kumimoji="0" lang="en-US" altLang="zh-CN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bại</a:t>
            </a:r>
            <a:r>
              <a:rPr kumimoji="0" lang="en-US" altLang="zh-CN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kumimoji="0" lang="en-US" altLang="zh-CN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hầu</a:t>
            </a:r>
            <a:r>
              <a:rPr kumimoji="0" lang="en-US" altLang="zh-CN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kumimoji="0" lang="en-US" altLang="zh-CN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hết</a:t>
            </a:r>
            <a:r>
              <a:rPr kumimoji="0" lang="en-US" altLang="zh-CN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kumimoji="0" lang="en-US" altLang="zh-CN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người</a:t>
            </a:r>
            <a:r>
              <a:rPr kumimoji="0" lang="en-US" altLang="zh-CN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kumimoji="0" lang="en-US" altLang="zh-CN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chơi</a:t>
            </a:r>
            <a:r>
              <a:rPr kumimoji="0" lang="en-US" altLang="zh-CN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kumimoji="0" lang="en-US" altLang="zh-CN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thông</a:t>
            </a:r>
            <a:r>
              <a:rPr kumimoji="0" lang="en-US" altLang="zh-CN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kumimoji="0" lang="en-US" altLang="zh-CN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thường</a:t>
            </a:r>
            <a:r>
              <a:rPr kumimoji="0" lang="en-US" altLang="zh-CN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.</a:t>
            </a:r>
            <a:endParaRPr kumimoji="0" lang="en-US" altLang="zh-CN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18437" name="Picture 22">
            <a:extLst>
              <a:ext uri="{FF2B5EF4-FFF2-40B4-BE49-F238E27FC236}">
                <a16:creationId xmlns:a16="http://schemas.microsoft.com/office/drawing/2014/main" id="{6FDC433F-1BAF-C35E-6F38-B8FADF313D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5691" y="4940317"/>
            <a:ext cx="5267325" cy="1666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Rectangle 7">
            <a:extLst>
              <a:ext uri="{FF2B5EF4-FFF2-40B4-BE49-F238E27FC236}">
                <a16:creationId xmlns:a16="http://schemas.microsoft.com/office/drawing/2014/main" id="{883CCABC-CE3D-C577-7599-EFB4DB547E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5691" y="6912638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71406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2CD9ACE-0451-B8F5-0C2A-0C5CBCD8CA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9440A-2DED-3643-ADED-9B5C83E7D828}" type="slidenum">
              <a:rPr lang="x-none" smtClean="0"/>
              <a:pPr/>
              <a:t>13</a:t>
            </a:fld>
            <a:endParaRPr lang="x-none"/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7FDA5562-239C-25A2-263F-81E62C418C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93352" y="1316477"/>
            <a:ext cx="9212367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Minimax </a:t>
            </a:r>
            <a:r>
              <a:rPr kumimoji="0" lang="en-US" altLang="zh-C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cơ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kumimoji="0" lang="en-US" altLang="zh-C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bản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kumimoji="0" lang="en-US" altLang="zh-C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rất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kumimoji="0" lang="en-US" altLang="zh-C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chậm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kumimoji="0" lang="en-US" altLang="zh-C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vì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kumimoji="0" lang="en-US" altLang="zh-C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nó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kumimoji="0" lang="en-US" altLang="zh-C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khám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kumimoji="0" lang="en-US" altLang="zh-C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phá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kumimoji="0" lang="en-US" altLang="zh-C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mọi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kumimoji="0" lang="en-US" altLang="zh-C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nhánh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, </a:t>
            </a:r>
            <a:r>
              <a:rPr kumimoji="0" lang="en-US" altLang="zh-C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kể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kumimoji="0" lang="en-US" altLang="zh-C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cả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kumimoji="0" lang="en-US" altLang="zh-C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những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kumimoji="0" lang="en-US" altLang="zh-C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nhánh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kumimoji="0" lang="en-US" altLang="zh-C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rõ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kumimoji="0" lang="en-US" altLang="zh-C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ràng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kumimoji="0" lang="en-US" altLang="zh-C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là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"</a:t>
            </a:r>
            <a:r>
              <a:rPr kumimoji="0" lang="en-US" altLang="zh-C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ngu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kumimoji="0" lang="en-US" altLang="zh-C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ngốc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". </a:t>
            </a:r>
            <a:r>
              <a:rPr kumimoji="0" lang="vi-V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Nên cần có phương pháp </a:t>
            </a:r>
            <a:r>
              <a:rPr kumimoji="0" lang="en-US" altLang="zh-C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Cắt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kumimoji="0" lang="en-US" altLang="zh-C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tỉa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Alpha-Beta </a:t>
            </a:r>
            <a:r>
              <a:rPr kumimoji="0" lang="vi-V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để </a:t>
            </a:r>
            <a:r>
              <a:rPr kumimoji="0" lang="en-US" altLang="zh-C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giải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kumimoji="0" lang="en-US" altLang="zh-C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quyết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kumimoji="0" lang="en-US" altLang="zh-C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vấn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kumimoji="0" lang="en-US" altLang="zh-C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đề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kumimoji="0" lang="en-US" altLang="zh-C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này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.</a:t>
            </a:r>
            <a:endParaRPr kumimoji="0" lang="en-US" altLang="zh-CN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 lvl="1"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vi-VN" altLang="zh-CN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+ </a:t>
            </a:r>
            <a:r>
              <a:rPr kumimoji="0" lang="en-US" altLang="zh-CN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alpha: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Lưu </a:t>
            </a:r>
            <a:r>
              <a:rPr kumimoji="0" lang="en-US" altLang="zh-C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trữ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kumimoji="0" lang="en-US" altLang="zh-C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điểm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kumimoji="0" lang="en-US" altLang="zh-C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số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kumimoji="0" lang="en-US" altLang="zh-CN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cao</a:t>
            </a:r>
            <a:r>
              <a:rPr kumimoji="0" lang="en-US" altLang="zh-CN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kumimoji="0" lang="en-US" altLang="zh-CN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nhất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kumimoji="0" lang="en-US" altLang="zh-C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mà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Max (AI) </a:t>
            </a:r>
            <a:r>
              <a:rPr kumimoji="0" lang="en-US" altLang="zh-C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có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kumimoji="0" lang="en-US" altLang="zh-C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thể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kumimoji="0" lang="en-US" altLang="zh-C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đảm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kumimoji="0" lang="en-US" altLang="zh-C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bảo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kumimoji="0" lang="en-US" altLang="zh-C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đạt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kumimoji="0" lang="en-US" altLang="zh-C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được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kumimoji="0" lang="en-US" altLang="zh-C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trên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kumimoji="0" lang="en-US" altLang="zh-C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đường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kumimoji="0" lang="en-US" altLang="zh-C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đi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kumimoji="0" lang="en-US" altLang="zh-C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hiện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kumimoji="0" lang="en-US" altLang="zh-C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tại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.</a:t>
            </a:r>
            <a:endParaRPr kumimoji="0" lang="en-US" altLang="zh-CN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 lvl="1"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vi-VN" altLang="zh-CN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+ </a:t>
            </a:r>
            <a:r>
              <a:rPr kumimoji="0" lang="en-US" altLang="zh-CN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beta: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Lưu </a:t>
            </a:r>
            <a:r>
              <a:rPr kumimoji="0" lang="en-US" altLang="zh-C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trữ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kumimoji="0" lang="en-US" altLang="zh-C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điểm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kumimoji="0" lang="en-US" altLang="zh-C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số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kumimoji="0" lang="en-US" altLang="zh-CN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thấp</a:t>
            </a:r>
            <a:r>
              <a:rPr kumimoji="0" lang="en-US" altLang="zh-CN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kumimoji="0" lang="en-US" altLang="zh-CN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nhất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kumimoji="0" lang="en-US" altLang="zh-C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mà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Min (</a:t>
            </a:r>
            <a:r>
              <a:rPr kumimoji="0" lang="en-US" altLang="zh-C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Đối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kumimoji="0" lang="en-US" altLang="zh-C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thủ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) </a:t>
            </a:r>
            <a:r>
              <a:rPr kumimoji="0" lang="en-US" altLang="zh-C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có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kumimoji="0" lang="en-US" altLang="zh-C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thể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kumimoji="0" lang="en-US" altLang="zh-C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ép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Max (AI) </a:t>
            </a:r>
            <a:r>
              <a:rPr kumimoji="0" lang="en-US" altLang="zh-C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nhận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kumimoji="0" lang="en-US" altLang="zh-C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lấy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zh-CN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Nguyên </a:t>
            </a:r>
            <a:r>
              <a:rPr kumimoji="0" lang="en-US" altLang="zh-CN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tắc</a:t>
            </a:r>
            <a:r>
              <a:rPr kumimoji="0" lang="en-US" altLang="zh-CN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kumimoji="0" lang="en-US" altLang="zh-CN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cắt</a:t>
            </a:r>
            <a:r>
              <a:rPr kumimoji="0" lang="en-US" altLang="zh-CN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kumimoji="0" lang="en-US" altLang="zh-CN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tỉa</a:t>
            </a:r>
            <a:r>
              <a:rPr kumimoji="0" lang="en-US" altLang="zh-CN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: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kumimoji="0" lang="en-US" altLang="zh-CN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if beta &lt;= alpha: break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zh-CN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Trong </a:t>
            </a:r>
            <a:r>
              <a:rPr kumimoji="0" lang="en-US" altLang="zh-CN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lượt</a:t>
            </a:r>
            <a:r>
              <a:rPr kumimoji="0" lang="en-US" altLang="zh-CN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kumimoji="0" lang="en-US" altLang="zh-CN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của</a:t>
            </a:r>
            <a:r>
              <a:rPr kumimoji="0" lang="en-US" altLang="zh-CN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Max: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kumimoji="0" lang="en-US" altLang="zh-C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Nếu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Max </a:t>
            </a:r>
            <a:r>
              <a:rPr kumimoji="0" lang="en-US" altLang="zh-C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tìm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kumimoji="0" lang="en-US" altLang="zh-C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thấy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kumimoji="0" lang="en-US" altLang="zh-C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một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kumimoji="0" lang="en-US" altLang="zh-C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nước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kumimoji="0" lang="en-US" altLang="zh-C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đi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(</a:t>
            </a:r>
            <a:r>
              <a:rPr kumimoji="0" lang="en-US" altLang="zh-C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Nhánh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A) </a:t>
            </a:r>
            <a:r>
              <a:rPr kumimoji="0" lang="en-US" altLang="zh-C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đảm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kumimoji="0" lang="en-US" altLang="zh-C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bảo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kumimoji="0" lang="en-US" altLang="zh-C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cho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kumimoji="0" lang="en-US" altLang="zh-C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nó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1000 </a:t>
            </a:r>
            <a:r>
              <a:rPr kumimoji="0" lang="en-US" altLang="zh-C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điểm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(</a:t>
            </a:r>
            <a:r>
              <a:rPr kumimoji="0" lang="en-US" altLang="zh-CN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alpha = 1000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), </a:t>
            </a:r>
            <a:r>
              <a:rPr kumimoji="0" lang="en-US" altLang="zh-C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sau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kumimoji="0" lang="en-US" altLang="zh-C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đó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kumimoji="0" lang="en-US" altLang="zh-C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nó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kumimoji="0" lang="en-US" altLang="zh-C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phân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kumimoji="0" lang="en-US" altLang="zh-C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tích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kumimoji="0" lang="en-US" altLang="zh-C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một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kumimoji="0" lang="en-US" altLang="zh-C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nước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kumimoji="0" lang="en-US" altLang="zh-C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đi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kumimoji="0" lang="en-US" altLang="zh-C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khác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(</a:t>
            </a:r>
            <a:r>
              <a:rPr kumimoji="0" lang="en-US" altLang="zh-C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Nhánh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B) </a:t>
            </a:r>
            <a:r>
              <a:rPr kumimoji="0" lang="en-US" altLang="zh-C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và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kumimoji="0" lang="en-US" altLang="zh-C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thấy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kumimoji="0" lang="en-US" altLang="zh-C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rằng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kumimoji="0" lang="en-US" altLang="zh-CN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chỉ</a:t>
            </a:r>
            <a:r>
              <a:rPr kumimoji="0" lang="en-US" altLang="zh-CN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kumimoji="0" lang="en-US" altLang="zh-CN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cần</a:t>
            </a:r>
            <a:r>
              <a:rPr kumimoji="0" lang="en-US" altLang="zh-CN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kumimoji="0" lang="en-US" altLang="zh-CN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một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kumimoji="0" lang="en-US" altLang="zh-C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nước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kumimoji="0" lang="en-US" altLang="zh-C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đi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kumimoji="0" lang="en-US" altLang="zh-C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của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Min </a:t>
            </a:r>
            <a:r>
              <a:rPr kumimoji="0" lang="en-US" altLang="zh-C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cũng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kumimoji="0" lang="en-US" altLang="zh-C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có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kumimoji="0" lang="en-US" altLang="zh-C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thể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kumimoji="0" lang="en-US" altLang="zh-C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ép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kumimoji="0" lang="en-US" altLang="zh-C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nó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kumimoji="0" lang="en-US" altLang="zh-C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xuống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500 </a:t>
            </a:r>
            <a:r>
              <a:rPr kumimoji="0" lang="en-US" altLang="zh-C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điểm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(</a:t>
            </a:r>
            <a:r>
              <a:rPr kumimoji="0" lang="en-US" altLang="zh-CN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beta = 500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), Max </a:t>
            </a:r>
            <a:r>
              <a:rPr kumimoji="0" lang="en-US" altLang="zh-C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sẽ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kumimoji="0" lang="en-US" altLang="zh-CN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ngừng</a:t>
            </a:r>
            <a:r>
              <a:rPr kumimoji="0" lang="en-US" altLang="zh-CN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kumimoji="0" lang="en-US" altLang="zh-CN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tìm</a:t>
            </a:r>
            <a:r>
              <a:rPr kumimoji="0" lang="en-US" altLang="zh-CN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kumimoji="0" lang="en-US" altLang="zh-CN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kiếm</a:t>
            </a:r>
            <a:r>
              <a:rPr kumimoji="0" lang="en-US" altLang="zh-CN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ở </a:t>
            </a:r>
            <a:r>
              <a:rPr kumimoji="0" lang="en-US" altLang="zh-CN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Nhánh</a:t>
            </a:r>
            <a:r>
              <a:rPr kumimoji="0" lang="en-US" altLang="zh-CN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B </a:t>
            </a:r>
            <a:r>
              <a:rPr kumimoji="0" lang="en-US" altLang="zh-CN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ngay</a:t>
            </a:r>
            <a:r>
              <a:rPr kumimoji="0" lang="en-US" altLang="zh-CN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kumimoji="0" lang="en-US" altLang="zh-CN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lập</a:t>
            </a:r>
            <a:r>
              <a:rPr kumimoji="0" lang="en-US" altLang="zh-CN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kumimoji="0" lang="en-US" altLang="zh-CN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tức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. Lý do </a:t>
            </a:r>
            <a:r>
              <a:rPr kumimoji="0" lang="en-US" altLang="zh-C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là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kumimoji="0" lang="en-US" altLang="zh-C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Nhánh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B (</a:t>
            </a:r>
            <a:r>
              <a:rPr kumimoji="0" lang="en-US" altLang="zh-CN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&lt;= 500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) </a:t>
            </a:r>
            <a:r>
              <a:rPr kumimoji="0" lang="en-US" altLang="zh-C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chắc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kumimoji="0" lang="en-US" altLang="zh-C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chắn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kumimoji="0" lang="en-US" altLang="zh-C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tệ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kumimoji="0" lang="en-US" altLang="zh-C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hơn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kumimoji="0" lang="en-US" altLang="zh-C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Nhánh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A (1000), </a:t>
            </a:r>
            <a:r>
              <a:rPr kumimoji="0" lang="en-US" altLang="zh-C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nên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kumimoji="0" lang="en-US" altLang="zh-C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không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kumimoji="0" lang="en-US" altLang="zh-C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cần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kumimoji="0" lang="en-US" altLang="zh-C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tốn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kumimoji="0" lang="en-US" altLang="zh-C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thời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kumimoji="0" lang="en-US" altLang="zh-C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gian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kumimoji="0" lang="en-US" altLang="zh-C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phân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kumimoji="0" lang="en-US" altLang="zh-C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tích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kumimoji="0" lang="en-US" altLang="zh-C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thêm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.</a:t>
            </a:r>
            <a:endParaRPr kumimoji="0" lang="en-US" altLang="zh-CN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Tương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kumimoji="0" lang="en-US" altLang="zh-C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tự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kumimoji="0" lang="en-US" altLang="zh-C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cho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kumimoji="0" lang="en-US" altLang="zh-C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lượt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kumimoji="0" lang="en-US" altLang="zh-C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của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Min.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Tối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kumimoji="0" lang="en-US" altLang="zh-C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ưu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kumimoji="0" lang="en-US" altLang="zh-C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hóa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kumimoji="0" lang="en-US" altLang="zh-C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này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kumimoji="0" lang="en-US" altLang="zh-C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giúp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kumimoji="0" lang="en-US" altLang="zh-C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loại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kumimoji="0" lang="en-US" altLang="zh-C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bỏ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kumimoji="0" lang="en-US" altLang="zh-C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hàng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kumimoji="0" lang="en-US" altLang="zh-C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triệu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kumimoji="0" lang="en-US" altLang="zh-C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trạng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kumimoji="0" lang="en-US" altLang="zh-C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thái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kumimoji="0" lang="en-US" altLang="zh-C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cần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kumimoji="0" lang="en-US" altLang="zh-C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duyệt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, </a:t>
            </a:r>
            <a:r>
              <a:rPr kumimoji="0" lang="en-US" altLang="zh-C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cho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kumimoji="0" lang="en-US" altLang="zh-C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phép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AI </a:t>
            </a:r>
            <a:r>
              <a:rPr kumimoji="0" lang="en-US" altLang="zh-C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tìm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kumimoji="0" lang="en-US" altLang="zh-C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kiếm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kumimoji="0" lang="en-US" altLang="zh-C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sâu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kumimoji="0" lang="en-US" altLang="zh-C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hơn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(</a:t>
            </a:r>
            <a:r>
              <a:rPr kumimoji="0" lang="en-US" altLang="zh-C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tăng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kumimoji="0" lang="en-US" altLang="zh-CN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depth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) </a:t>
            </a:r>
            <a:r>
              <a:rPr kumimoji="0" lang="en-US" altLang="zh-C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trong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kumimoji="0" lang="en-US" altLang="zh-C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cùng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kumimoji="0" lang="en-US" altLang="zh-C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một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kumimoji="0" lang="en-US" altLang="zh-C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khoảng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kumimoji="0" lang="en-US" altLang="zh-C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thời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kumimoji="0" lang="en-US" altLang="zh-C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gian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.</a:t>
            </a:r>
            <a:r>
              <a:rPr kumimoji="0" lang="en-US" altLang="zh-CN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kumimoji="0" lang="en-US" altLang="zh-CN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3D4EC18-FCA8-1B74-454C-45B03642E191}"/>
              </a:ext>
            </a:extLst>
          </p:cNvPr>
          <p:cNvSpPr txBox="1"/>
          <p:nvPr/>
        </p:nvSpPr>
        <p:spPr>
          <a:xfrm>
            <a:off x="1313411" y="1017208"/>
            <a:ext cx="57856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Tối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ưu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hóa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1: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Cắt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tỉa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Alpha-Beta (Alpha Beta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Prunning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3223759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7DA2D1-91D9-0F13-782D-3B0B0665A9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9440A-2DED-3643-ADED-9B5C83E7D828}" type="slidenum">
              <a:rPr lang="x-none" smtClean="0"/>
              <a:pPr/>
              <a:t>14</a:t>
            </a:fld>
            <a:endParaRPr lang="x-none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3A525637-B802-1A79-EBDD-929926AF90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29296" y="1268384"/>
            <a:ext cx="8195417" cy="41549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45720" rIns="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Tối</a:t>
            </a:r>
            <a:r>
              <a:rPr kumimoji="0" lang="en-US" altLang="zh-CN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kumimoji="0" lang="en-US" altLang="zh-CN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ưu</a:t>
            </a:r>
            <a:r>
              <a:rPr kumimoji="0" lang="en-US" altLang="zh-CN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kumimoji="0" lang="en-US" altLang="zh-CN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hóa</a:t>
            </a:r>
            <a:r>
              <a:rPr kumimoji="0" lang="en-US" altLang="zh-CN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2: </a:t>
            </a:r>
            <a:r>
              <a:rPr kumimoji="0" lang="en-US" altLang="zh-CN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Giới</a:t>
            </a:r>
            <a:r>
              <a:rPr kumimoji="0" lang="en-US" altLang="zh-CN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kumimoji="0" lang="en-US" altLang="zh-CN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hạn</a:t>
            </a:r>
            <a:r>
              <a:rPr kumimoji="0" lang="en-US" altLang="zh-CN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kumimoji="0" lang="en-US" altLang="zh-CN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Không</a:t>
            </a:r>
            <a:r>
              <a:rPr kumimoji="0" lang="en-US" altLang="zh-CN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kumimoji="0" lang="en-US" altLang="zh-CN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gian</a:t>
            </a:r>
            <a:r>
              <a:rPr kumimoji="0" lang="en-US" altLang="zh-CN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kumimoji="0" lang="en-US" altLang="zh-CN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Tìm</a:t>
            </a:r>
            <a:r>
              <a:rPr kumimoji="0" lang="en-US" altLang="zh-CN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kumimoji="0" lang="en-US" altLang="zh-CN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kiếm</a:t>
            </a:r>
            <a:endParaRPr kumimoji="0" lang="en-US" altLang="zh-CN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Đây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kumimoji="0" lang="en-US" altLang="zh-C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là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kumimoji="0" lang="en-US" altLang="zh-C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kỹ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kumimoji="0" lang="en-US" altLang="zh-C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thuật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kumimoji="0" lang="en-US" altLang="zh-C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tối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kumimoji="0" lang="en-US" altLang="zh-C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ưu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kumimoji="0" lang="en-US" altLang="zh-C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hóa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kumimoji="0" lang="en-US" altLang="zh-C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quan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kumimoji="0" lang="en-US" altLang="zh-C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trọng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kumimoji="0" lang="en-US" altLang="zh-C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nhất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kumimoji="0" lang="en-US" altLang="zh-C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trong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code.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zh-CN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Vấn</a:t>
            </a:r>
            <a:r>
              <a:rPr kumimoji="0" lang="en-US" altLang="zh-CN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kumimoji="0" lang="en-US" altLang="zh-CN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đề</a:t>
            </a:r>
            <a:r>
              <a:rPr kumimoji="0" lang="en-US" altLang="zh-CN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: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Ở </a:t>
            </a:r>
            <a:r>
              <a:rPr kumimoji="0" lang="en-US" altLang="zh-C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mỗi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kumimoji="0" lang="en-US" altLang="zh-C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lượt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, AI </a:t>
            </a:r>
            <a:r>
              <a:rPr kumimoji="0" lang="en-US" altLang="zh-C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có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kumimoji="0" lang="en-US" altLang="zh-C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thể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kumimoji="0" lang="en-US" altLang="zh-C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có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kumimoji="0" lang="en-US" altLang="zh-C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hàng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kumimoji="0" lang="en-US" altLang="zh-C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trăm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ô </a:t>
            </a:r>
            <a:r>
              <a:rPr kumimoji="0" lang="en-US" altLang="zh-C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trống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kumimoji="0" lang="en-US" altLang="zh-C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để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kumimoji="0" lang="en-US" altLang="zh-C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đi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. </a:t>
            </a:r>
            <a:r>
              <a:rPr kumimoji="0" lang="en-US" altLang="zh-C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Việc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kumimoji="0" lang="en-US" altLang="zh-C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thử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kumimoji="0" lang="en-US" altLang="zh-C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tất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kumimoji="0" lang="en-US" altLang="zh-C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cả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kumimoji="0" lang="en-US" altLang="zh-C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chúng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(</a:t>
            </a:r>
            <a:r>
              <a:rPr kumimoji="0" lang="en-US" altLang="zh-C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ngay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kumimoji="0" lang="en-US" altLang="zh-C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cả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kumimoji="0" lang="en-US" altLang="zh-C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với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Alpha-Beta) </a:t>
            </a:r>
            <a:r>
              <a:rPr kumimoji="0" lang="en-US" altLang="zh-C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là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kumimoji="0" lang="en-US" altLang="zh-C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quá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kumimoji="0" lang="en-US" altLang="zh-C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chậm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zh-CN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Giải</a:t>
            </a:r>
            <a:r>
              <a:rPr kumimoji="0" lang="en-US" altLang="zh-CN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kumimoji="0" lang="en-US" altLang="zh-CN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pháp</a:t>
            </a:r>
            <a:r>
              <a:rPr kumimoji="0" lang="en-US" altLang="zh-CN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(</a:t>
            </a:r>
            <a:r>
              <a:rPr kumimoji="0" lang="en-US" altLang="zh-CN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Hàm</a:t>
            </a:r>
            <a:r>
              <a:rPr kumimoji="0" lang="en-US" altLang="zh-CN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kumimoji="0" lang="en-US" altLang="zh-C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get_smart_moves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()</a:t>
            </a:r>
            <a:r>
              <a:rPr kumimoji="0" lang="en-US" altLang="zh-CN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):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Thay </a:t>
            </a:r>
            <a:r>
              <a:rPr kumimoji="0" lang="en-US" altLang="zh-C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vì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kumimoji="0" lang="en-US" altLang="zh-C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duyệt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qua </a:t>
            </a:r>
            <a:r>
              <a:rPr kumimoji="0" lang="en-US" altLang="zh-CN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tất</a:t>
            </a:r>
            <a:r>
              <a:rPr kumimoji="0" lang="en-US" altLang="zh-CN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kumimoji="0" lang="en-US" altLang="zh-CN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cả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kumimoji="0" lang="en-US" altLang="zh-C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các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ô </a:t>
            </a:r>
            <a:r>
              <a:rPr kumimoji="0" lang="en-US" altLang="zh-C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trống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, </a:t>
            </a:r>
            <a:r>
              <a:rPr kumimoji="0" lang="en-US" altLang="zh-C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thuật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kumimoji="0" lang="en-US" altLang="zh-C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toán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kumimoji="0" lang="en-US" altLang="zh-C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này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kumimoji="0" lang="en-US" altLang="zh-C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chỉ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kumimoji="0" lang="en-US" altLang="zh-C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xem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kumimoji="0" lang="en-US" altLang="zh-C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xét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kumimoji="0" lang="en-US" altLang="zh-C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các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ô </a:t>
            </a:r>
            <a:r>
              <a:rPr kumimoji="0" lang="en-US" altLang="zh-CN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nằm</a:t>
            </a:r>
            <a:r>
              <a:rPr kumimoji="0" lang="en-US" altLang="zh-CN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kumimoji="0" lang="en-US" altLang="zh-CN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lân</a:t>
            </a:r>
            <a:r>
              <a:rPr kumimoji="0" lang="en-US" altLang="zh-CN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kumimoji="0" lang="en-US" altLang="zh-CN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cận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(</a:t>
            </a:r>
            <a:r>
              <a:rPr kumimoji="0" lang="en-US" altLang="zh-C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trong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code </a:t>
            </a:r>
            <a:r>
              <a:rPr kumimoji="0" lang="en-US" altLang="zh-C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là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kumimoji="0" lang="en-US" altLang="zh-C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bán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kumimoji="0" lang="en-US" altLang="zh-C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kính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2 ô) </a:t>
            </a:r>
            <a:r>
              <a:rPr kumimoji="0" lang="en-US" altLang="zh-C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của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kumimoji="0" lang="en-US" altLang="zh-C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các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kumimoji="0" lang="en-US" altLang="zh-C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quân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kumimoji="0" lang="en-US" altLang="zh-C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cờ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kumimoji="0" lang="en-US" altLang="zh-C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đã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kumimoji="0" lang="en-US" altLang="zh-C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được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kumimoji="0" lang="en-US" altLang="zh-C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đánh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zh-CN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Tại</a:t>
            </a:r>
            <a:r>
              <a:rPr kumimoji="0" lang="en-US" altLang="zh-CN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kumimoji="0" lang="en-US" altLang="zh-CN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sao</a:t>
            </a:r>
            <a:r>
              <a:rPr kumimoji="0" lang="en-US" altLang="zh-CN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kumimoji="0" lang="vi-VN" altLang="zh-CN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lại </a:t>
            </a:r>
            <a:r>
              <a:rPr kumimoji="0" lang="en-US" altLang="zh-CN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hiệu</a:t>
            </a:r>
            <a:r>
              <a:rPr kumimoji="0" lang="en-US" altLang="zh-CN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kumimoji="0" lang="en-US" altLang="zh-CN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quả</a:t>
            </a:r>
            <a:r>
              <a:rPr kumimoji="0" lang="en-US" altLang="zh-CN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: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Trong </a:t>
            </a:r>
            <a:r>
              <a:rPr kumimoji="0" lang="en-US" altLang="zh-C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Cờ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Caro, </a:t>
            </a:r>
            <a:r>
              <a:rPr kumimoji="0" lang="en-US" altLang="zh-C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các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kumimoji="0" lang="en-US" altLang="zh-C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nước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kumimoji="0" lang="en-US" altLang="zh-C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đi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kumimoji="0" lang="en-US" altLang="zh-C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tấn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kumimoji="0" lang="en-US" altLang="zh-C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công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kumimoji="0" lang="en-US" altLang="zh-C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hoặc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kumimoji="0" lang="en-US" altLang="zh-C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phòng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kumimoji="0" lang="en-US" altLang="zh-C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thủ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kumimoji="0" lang="en-US" altLang="zh-C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có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ý </a:t>
            </a:r>
            <a:r>
              <a:rPr kumimoji="0" lang="en-US" altLang="zh-C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nghĩa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kumimoji="0" lang="en-US" altLang="zh-C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hầu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kumimoji="0" lang="en-US" altLang="zh-C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như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kumimoji="0" lang="en-US" altLang="zh-C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luôn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kumimoji="0" lang="en-US" altLang="zh-C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nằm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kumimoji="0" lang="en-US" altLang="zh-C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gần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kumimoji="0" lang="en-US" altLang="zh-C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các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kumimoji="0" lang="en-US" altLang="zh-C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quân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kumimoji="0" lang="en-US" altLang="zh-C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cờ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kumimoji="0" lang="en-US" altLang="zh-C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hiện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kumimoji="0" lang="en-US" altLang="zh-C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có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. </a:t>
            </a:r>
            <a:r>
              <a:rPr kumimoji="0" lang="en-US" altLang="zh-C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Việc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kumimoji="0" lang="en-US" altLang="zh-C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đi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kumimoji="0" lang="en-US" altLang="zh-C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một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kumimoji="0" lang="en-US" altLang="zh-C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nước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ở </a:t>
            </a:r>
            <a:r>
              <a:rPr kumimoji="0" lang="en-US" altLang="zh-C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một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kumimoji="0" lang="en-US" altLang="zh-C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góc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xa </a:t>
            </a:r>
            <a:r>
              <a:rPr kumimoji="0" lang="en-US" altLang="zh-C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xôi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kumimoji="0" lang="en-US" altLang="zh-C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của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kumimoji="0" lang="en-US" altLang="zh-C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bàn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kumimoji="0" lang="en-US" altLang="zh-C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cờ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kumimoji="0" lang="en-US" altLang="zh-C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thường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kumimoji="0" lang="en-US" altLang="zh-C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là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kumimoji="0" lang="en-US" altLang="zh-C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vô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kumimoji="0" lang="en-US" altLang="zh-C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nghĩa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.</a:t>
            </a:r>
            <a:endParaRPr kumimoji="0" lang="en-US" altLang="zh-CN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Kết</a:t>
            </a:r>
            <a:r>
              <a:rPr kumimoji="0" lang="en-US" altLang="zh-CN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kumimoji="0" lang="en-US" altLang="zh-CN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quả</a:t>
            </a:r>
            <a:r>
              <a:rPr kumimoji="0" lang="en-US" altLang="zh-CN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: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kumimoji="0" lang="en-US" altLang="zh-C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Hàm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kumimoji="0" lang="en-US" altLang="zh-C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này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kumimoji="0" lang="en-US" altLang="zh-C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giảm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"</a:t>
            </a:r>
            <a:r>
              <a:rPr kumimoji="0" lang="en-US" altLang="zh-C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yếu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kumimoji="0" lang="en-US" altLang="zh-C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tố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kumimoji="0" lang="en-US" altLang="zh-C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phân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kumimoji="0" lang="en-US" altLang="zh-C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nhánh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" (branching factor) </a:t>
            </a:r>
            <a:r>
              <a:rPr kumimoji="0" lang="en-US" altLang="zh-C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từ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~100-200 </a:t>
            </a:r>
            <a:r>
              <a:rPr kumimoji="0" lang="en-US" altLang="zh-C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xuống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kumimoji="0" lang="en-US" altLang="zh-C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chỉ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kumimoji="0" lang="en-US" altLang="zh-C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còn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~10-20, </a:t>
            </a:r>
            <a:r>
              <a:rPr kumimoji="0" lang="en-US" altLang="zh-C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làm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kumimoji="0" lang="en-US" altLang="zh-C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tăng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kumimoji="0" lang="en-US" altLang="zh-C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tốc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kumimoji="0" lang="en-US" altLang="zh-C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độ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kumimoji="0" lang="en-US" altLang="zh-C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tìm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kumimoji="0" lang="en-US" altLang="zh-C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kiếm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kumimoji="0" lang="en-US" altLang="zh-C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lên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kumimoji="0" lang="en-US" altLang="zh-C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gấp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kumimoji="0" lang="en-US" altLang="zh-C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nhiều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kumimoji="0" lang="en-US" altLang="zh-C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lần</a:t>
            </a:r>
            <a:r>
              <a:rPr kumimoji="0" lang="en-US" altLang="zh-CN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kumimoji="0" lang="en-US" altLang="zh-CN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068693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6BF7392-2E29-AF6D-6671-22599CE1B7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9440A-2DED-3643-ADED-9B5C83E7D828}" type="slidenum">
              <a:rPr lang="x-none" smtClean="0"/>
              <a:pPr/>
              <a:t>15</a:t>
            </a:fld>
            <a:endParaRPr lang="x-none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0F0675D-DA33-41CB-0B03-882C1DDB4F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975" y="1506624"/>
            <a:ext cx="5867025" cy="4004713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CF4286D-44A2-7F93-4F91-57A9576198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8848" y="1506624"/>
            <a:ext cx="5272405" cy="325564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7452296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D8CC17-03A2-C097-BF47-81B5F7EF90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7D528817-1D50-9FEE-E8AE-C25AAD8C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9440A-2DED-3643-ADED-9B5C83E7D828}" type="slidenum">
              <a:rPr lang="x-none" smtClean="0"/>
              <a:pPr/>
              <a:t>16</a:t>
            </a:fld>
            <a:endParaRPr lang="x-none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0818B91-06B0-9D21-ADA3-1202C042A5DB}"/>
              </a:ext>
            </a:extLst>
          </p:cNvPr>
          <p:cNvSpPr txBox="1"/>
          <p:nvPr/>
        </p:nvSpPr>
        <p:spPr>
          <a:xfrm>
            <a:off x="440574" y="1080654"/>
            <a:ext cx="51700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Cài </a:t>
            </a:r>
            <a:r>
              <a:rPr lang="en-US" dirty="0" err="1"/>
              <a:t>đặt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phương</a:t>
            </a:r>
            <a:r>
              <a:rPr lang="en-US" dirty="0"/>
              <a:t> </a:t>
            </a:r>
            <a:r>
              <a:rPr lang="en-US" dirty="0" err="1"/>
              <a:t>thức</a:t>
            </a:r>
            <a:r>
              <a:rPr lang="en-US" dirty="0"/>
              <a:t> </a:t>
            </a:r>
            <a:r>
              <a:rPr lang="en-US" dirty="0" err="1"/>
              <a:t>tính</a:t>
            </a:r>
            <a:r>
              <a:rPr lang="en-US" dirty="0"/>
              <a:t> </a:t>
            </a:r>
            <a:r>
              <a:rPr lang="en-US" dirty="0" err="1"/>
              <a:t>điểm</a:t>
            </a:r>
            <a:r>
              <a:rPr lang="en-US" dirty="0"/>
              <a:t> </a:t>
            </a:r>
            <a:r>
              <a:rPr lang="en-US" dirty="0" err="1"/>
              <a:t>dựa</a:t>
            </a:r>
            <a:r>
              <a:rPr lang="en-US" dirty="0"/>
              <a:t> </a:t>
            </a:r>
            <a:r>
              <a:rPr lang="en-US" dirty="0" err="1"/>
              <a:t>trên</a:t>
            </a:r>
            <a:r>
              <a:rPr lang="en-US" dirty="0"/>
              <a:t> heuristic</a:t>
            </a:r>
          </a:p>
        </p:txBody>
      </p:sp>
      <p:sp>
        <p:nvSpPr>
          <p:cNvPr id="12" name="Rectangle 6">
            <a:extLst>
              <a:ext uri="{FF2B5EF4-FFF2-40B4-BE49-F238E27FC236}">
                <a16:creationId xmlns:a16="http://schemas.microsoft.com/office/drawing/2014/main" id="{8D1758E3-477B-BDD4-F202-2AC78EEC96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43822" y="1844438"/>
            <a:ext cx="4862946" cy="31085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Chấm</a:t>
            </a:r>
            <a:r>
              <a:rPr kumimoji="0" lang="en-US" altLang="zh-CN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kumimoji="0" lang="en-US" altLang="zh-CN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điểm</a:t>
            </a:r>
            <a:r>
              <a:rPr kumimoji="0" lang="en-US" altLang="zh-CN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: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kumimoji="0" lang="en-US" altLang="zh-C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Mỗi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kumimoji="0" lang="en-US" altLang="zh-C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đường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5 </a:t>
            </a:r>
            <a:r>
              <a:rPr kumimoji="0" lang="en-US" altLang="zh-C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được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kumimoji="0" lang="en-US" altLang="zh-C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đánh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kumimoji="0" lang="en-US" altLang="zh-C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giá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kumimoji="0" lang="en-US" altLang="zh-C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bởi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kumimoji="0" lang="en-US" altLang="zh-C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hàm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kumimoji="0" lang="en-US" altLang="zh-CN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_</a:t>
            </a:r>
            <a:r>
              <a:rPr kumimoji="0" lang="en-US" altLang="zh-CN" sz="11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evaluate_line</a:t>
            </a:r>
            <a:r>
              <a:rPr kumimoji="0" lang="en-US" altLang="zh-CN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(line, player, </a:t>
            </a:r>
            <a:r>
              <a:rPr kumimoji="0" lang="en-US" altLang="zh-CN" sz="11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opp</a:t>
            </a:r>
            <a:r>
              <a:rPr kumimoji="0" lang="en-US" altLang="zh-CN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zh-CN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zh-C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Điểm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kumimoji="0" lang="en-US" altLang="zh-C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số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kumimoji="0" lang="en-US" altLang="zh-C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rất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kumimoji="0" lang="en-US" altLang="zh-C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cao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kumimoji="0" lang="en-US" altLang="zh-C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cho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kumimoji="0" lang="en-US" altLang="zh-C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các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kumimoji="0" lang="en-US" altLang="zh-C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đường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kumimoji="0" lang="en-US" altLang="zh-C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có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4 </a:t>
            </a:r>
            <a:r>
              <a:rPr kumimoji="0" lang="en-US" altLang="zh-C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quân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kumimoji="0" lang="en-US" altLang="zh-C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của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AI </a:t>
            </a:r>
            <a:r>
              <a:rPr kumimoji="0" lang="en-US" altLang="zh-C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và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0 </a:t>
            </a:r>
            <a:r>
              <a:rPr kumimoji="0" lang="en-US" altLang="zh-C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quân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kumimoji="0" lang="en-US" altLang="zh-C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của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kumimoji="0" lang="en-US" altLang="zh-C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đối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kumimoji="0" lang="en-US" altLang="zh-C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thủ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(</a:t>
            </a:r>
            <a:r>
              <a:rPr kumimoji="0" lang="en-US" altLang="zh-C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ví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kumimoji="0" lang="en-US" altLang="zh-C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dụ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: </a:t>
            </a:r>
            <a:r>
              <a:rPr kumimoji="0" lang="en-US" altLang="zh-CN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+10000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).</a:t>
            </a:r>
            <a:endParaRPr kumimoji="0" lang="en-US" altLang="zh-CN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zh-C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Điểm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kumimoji="0" lang="en-US" altLang="zh-C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số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kumimoji="0" lang="en-US" altLang="zh-C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cao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kumimoji="0" lang="en-US" altLang="zh-C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cho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3 </a:t>
            </a:r>
            <a:r>
              <a:rPr kumimoji="0" lang="en-US" altLang="zh-C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quân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kumimoji="0" lang="en-US" altLang="zh-C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của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AI (</a:t>
            </a:r>
            <a:r>
              <a:rPr kumimoji="0" lang="en-US" altLang="zh-C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ví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kumimoji="0" lang="en-US" altLang="zh-C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dụ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: </a:t>
            </a:r>
            <a:r>
              <a:rPr kumimoji="0" lang="en-US" altLang="zh-CN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+1000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).</a:t>
            </a:r>
            <a:endParaRPr kumimoji="0" lang="en-US" altLang="zh-CN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zh-C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Điểm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kumimoji="0" lang="en-US" altLang="zh-C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số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kumimoji="0" lang="en-US" altLang="zh-C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âm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(</a:t>
            </a:r>
            <a:r>
              <a:rPr kumimoji="0" lang="en-US" altLang="zh-C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trừng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kumimoji="0" lang="en-US" altLang="zh-C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phạt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) </a:t>
            </a:r>
            <a:r>
              <a:rPr kumimoji="0" lang="en-US" altLang="zh-C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rất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kumimoji="0" lang="en-US" altLang="zh-C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nặng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kumimoji="0" lang="en-US" altLang="zh-C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cho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4 </a:t>
            </a:r>
            <a:r>
              <a:rPr kumimoji="0" lang="en-US" altLang="zh-C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quân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kumimoji="0" lang="en-US" altLang="zh-C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của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kumimoji="0" lang="en-US" altLang="zh-C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đối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kumimoji="0" lang="en-US" altLang="zh-C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thủ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(</a:t>
            </a:r>
            <a:r>
              <a:rPr kumimoji="0" lang="en-US" altLang="zh-C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ví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kumimoji="0" lang="en-US" altLang="zh-C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dụ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: </a:t>
            </a:r>
            <a:r>
              <a:rPr kumimoji="0" lang="en-US" altLang="zh-CN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-10000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), </a:t>
            </a:r>
            <a:r>
              <a:rPr kumimoji="0" lang="en-US" altLang="zh-C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vì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kumimoji="0" lang="en-US" altLang="zh-C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đây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kumimoji="0" lang="en-US" altLang="zh-C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là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kumimoji="0" lang="en-US" altLang="zh-C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thế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kumimoji="0" lang="en-US" altLang="zh-C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cờ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kumimoji="0" lang="en-US" altLang="zh-C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phòng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kumimoji="0" lang="en-US" altLang="zh-C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thủ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kumimoji="0" lang="en-US" altLang="zh-C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bắt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kumimoji="0" lang="en-US" altLang="zh-C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buộc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.</a:t>
            </a:r>
            <a:endParaRPr kumimoji="0" lang="en-US" altLang="zh-CN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zh-C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Điểm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kumimoji="0" lang="en-US" altLang="zh-C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số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kumimoji="0" lang="en-US" altLang="zh-C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âm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kumimoji="0" lang="en-US" altLang="zh-C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cho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3 </a:t>
            </a:r>
            <a:r>
              <a:rPr kumimoji="0" lang="en-US" altLang="zh-C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quân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kumimoji="0" lang="en-US" altLang="zh-C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của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kumimoji="0" lang="en-US" altLang="zh-C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đối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kumimoji="0" lang="en-US" altLang="zh-C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thủ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(</a:t>
            </a:r>
            <a:r>
              <a:rPr kumimoji="0" lang="en-US" altLang="zh-C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ví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kumimoji="0" lang="en-US" altLang="zh-C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dụ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: </a:t>
            </a:r>
            <a:r>
              <a:rPr kumimoji="0" lang="en-US" altLang="zh-CN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-1000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).</a:t>
            </a:r>
            <a:endParaRPr kumimoji="0" lang="en-US" altLang="zh-CN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90ED8E5B-45E2-0903-0B68-927B23397B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505" y="1844438"/>
            <a:ext cx="5273675" cy="348488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4461234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AAE29C6-2164-52C7-711D-7C78A15A1E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9440A-2DED-3643-ADED-9B5C83E7D828}" type="slidenum">
              <a:rPr lang="x-none" smtClean="0"/>
              <a:pPr/>
              <a:t>17</a:t>
            </a:fld>
            <a:endParaRPr lang="x-none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5186A64-7F45-534B-9E9E-6D6D43561C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730" y="926165"/>
            <a:ext cx="5271135" cy="5498465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0874195E-2C00-5A2B-5896-FEE2225349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43821" y="3111474"/>
            <a:ext cx="4862946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Kết</a:t>
            </a:r>
            <a:r>
              <a:rPr kumimoji="0" lang="en-US" altLang="zh-CN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kumimoji="0" lang="en-US" altLang="zh-CN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quả</a:t>
            </a:r>
            <a:r>
              <a:rPr kumimoji="0" lang="en-US" altLang="zh-CN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:</a:t>
            </a:r>
            <a:r>
              <a:rPr lang="en-US" altLang="zh-CN" dirty="0"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kumimoji="0" lang="en-US" altLang="zh-C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trả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kumimoji="0" lang="en-US" altLang="zh-C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về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kumimoji="0" lang="en-US" altLang="zh-CN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tổng</a:t>
            </a:r>
            <a:r>
              <a:rPr kumimoji="0" lang="en-US" altLang="zh-CN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kumimoji="0" lang="en-US" altLang="zh-CN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điểm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kumimoji="0" lang="en-US" altLang="zh-C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của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kumimoji="0" lang="en-US" altLang="zh-C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tất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kumimoji="0" lang="en-US" altLang="zh-C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cả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kumimoji="0" lang="en-US" altLang="zh-C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các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kumimoji="0" lang="en-US" altLang="zh-C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đường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. </a:t>
            </a:r>
            <a:r>
              <a:rPr kumimoji="0" lang="en-US" altLang="zh-C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Một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kumimoji="0" lang="en-US" altLang="zh-C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điểm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kumimoji="0" lang="en-US" altLang="zh-C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số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kumimoji="0" lang="en-US" altLang="zh-C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dương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kumimoji="0" lang="en-US" altLang="zh-C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lớn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kumimoji="0" lang="en-US" altLang="zh-C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có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kumimoji="0" lang="en-US" altLang="zh-C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nghĩa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kumimoji="0" lang="en-US" altLang="zh-C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là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AI </a:t>
            </a:r>
            <a:r>
              <a:rPr kumimoji="0" lang="en-US" altLang="zh-C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đang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kumimoji="0" lang="en-US" altLang="zh-C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chiếm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kumimoji="0" lang="en-US" altLang="zh-C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ưu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kumimoji="0" lang="en-US" altLang="zh-C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thế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, </a:t>
            </a:r>
            <a:r>
              <a:rPr kumimoji="0" lang="en-US" altLang="zh-C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điểm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kumimoji="0" lang="en-US" altLang="zh-C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số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kumimoji="0" lang="en-US" altLang="zh-C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âm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kumimoji="0" lang="en-US" altLang="zh-C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lớn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kumimoji="0" lang="en-US" altLang="zh-C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có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kumimoji="0" lang="en-US" altLang="zh-C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nghĩa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kumimoji="0" lang="en-US" altLang="zh-C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là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kumimoji="0" lang="en-US" altLang="zh-C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đối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kumimoji="0" lang="en-US" altLang="zh-C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thủ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kumimoji="0" lang="en-US" altLang="zh-C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đang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kumimoji="0" lang="en-US" altLang="zh-C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chiếm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kumimoji="0" lang="en-US" altLang="zh-C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ưu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 </a:t>
            </a:r>
            <a:r>
              <a:rPr kumimoji="0" lang="en-US" altLang="zh-CN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thế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"/>
                <a:cs typeface="Times New Roman" panose="02020603050405020304" pitchFamily="18" charset="0"/>
              </a:rPr>
              <a:t>.</a:t>
            </a:r>
            <a:endParaRPr kumimoji="0" lang="en-US" altLang="zh-CN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888741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396965-EE2E-2592-839F-AE6AD088B1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0D92AF4-3764-C1E9-FEAA-617C537ECB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9440A-2DED-3643-ADED-9B5C83E7D828}" type="slidenum">
              <a:rPr lang="x-none" smtClean="0"/>
              <a:pPr/>
              <a:t>18</a:t>
            </a:fld>
            <a:endParaRPr lang="x-none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F6BAC4B-1A43-3206-7483-41B5397EB6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308" y="1137517"/>
            <a:ext cx="7697274" cy="528711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B518D4B-EDD1-4C9F-09B9-14B68B9DCE2B}"/>
              </a:ext>
            </a:extLst>
          </p:cNvPr>
          <p:cNvSpPr txBox="1"/>
          <p:nvPr/>
        </p:nvSpPr>
        <p:spPr>
          <a:xfrm>
            <a:off x="8607968" y="1036694"/>
            <a:ext cx="29225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Xét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kết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quả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trận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đấu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4843A8FF-FD5F-A6CC-2FDB-1160741B0049}"/>
              </a:ext>
            </a:extLst>
          </p:cNvPr>
          <p:cNvSpPr/>
          <p:nvPr/>
        </p:nvSpPr>
        <p:spPr>
          <a:xfrm>
            <a:off x="8046720" y="1953490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86661D3-ACAA-8AAE-FD76-9DAE9EEB71C2}"/>
              </a:ext>
            </a:extLst>
          </p:cNvPr>
          <p:cNvSpPr txBox="1"/>
          <p:nvPr/>
        </p:nvSpPr>
        <p:spPr>
          <a:xfrm>
            <a:off x="9025128" y="1872640"/>
            <a:ext cx="309482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/>
              <a:t>Kiểm</a:t>
            </a:r>
            <a:r>
              <a:rPr lang="en-US" dirty="0"/>
              <a:t> </a:t>
            </a:r>
            <a:r>
              <a:rPr lang="en-US" dirty="0" err="1"/>
              <a:t>tra</a:t>
            </a:r>
            <a:r>
              <a:rPr lang="en-US" dirty="0"/>
              <a:t> </a:t>
            </a:r>
            <a:r>
              <a:rPr lang="en-US" dirty="0" err="1"/>
              <a:t>Hàng</a:t>
            </a:r>
            <a:r>
              <a:rPr lang="en-US" dirty="0"/>
              <a:t> Ngang (Horizontal)</a:t>
            </a:r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297AFBD9-F9A2-7330-518E-13528CD2BAAE}"/>
              </a:ext>
            </a:extLst>
          </p:cNvPr>
          <p:cNvSpPr/>
          <p:nvPr/>
        </p:nvSpPr>
        <p:spPr>
          <a:xfrm>
            <a:off x="8046720" y="3186684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F622583-3ABB-477A-5129-4D6B762FC058}"/>
              </a:ext>
            </a:extLst>
          </p:cNvPr>
          <p:cNvSpPr txBox="1"/>
          <p:nvPr/>
        </p:nvSpPr>
        <p:spPr>
          <a:xfrm>
            <a:off x="9025128" y="3267533"/>
            <a:ext cx="30948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/>
              <a:t>Kiểm</a:t>
            </a:r>
            <a:r>
              <a:rPr lang="en-US" dirty="0"/>
              <a:t> </a:t>
            </a:r>
            <a:r>
              <a:rPr lang="en-US" dirty="0" err="1"/>
              <a:t>tra</a:t>
            </a:r>
            <a:r>
              <a:rPr lang="en-US" dirty="0"/>
              <a:t> </a:t>
            </a:r>
            <a:r>
              <a:rPr lang="en-US" dirty="0" err="1"/>
              <a:t>cột</a:t>
            </a:r>
            <a:r>
              <a:rPr lang="en-US" dirty="0"/>
              <a:t> </a:t>
            </a:r>
            <a:r>
              <a:rPr lang="en-US" dirty="0" err="1"/>
              <a:t>dọc</a:t>
            </a:r>
            <a:r>
              <a:rPr lang="en-US" dirty="0"/>
              <a:t> (Vertical)</a:t>
            </a:r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5B0873BE-C0D9-7909-A9A3-8E942964F6B8}"/>
              </a:ext>
            </a:extLst>
          </p:cNvPr>
          <p:cNvSpPr/>
          <p:nvPr/>
        </p:nvSpPr>
        <p:spPr>
          <a:xfrm>
            <a:off x="8118764" y="4303799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B875470-62B4-4795-04D7-3D88D2552B5C}"/>
              </a:ext>
            </a:extLst>
          </p:cNvPr>
          <p:cNvSpPr txBox="1"/>
          <p:nvPr/>
        </p:nvSpPr>
        <p:spPr>
          <a:xfrm>
            <a:off x="9097172" y="4384648"/>
            <a:ext cx="30948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/>
              <a:t>Kiểm</a:t>
            </a:r>
            <a:r>
              <a:rPr lang="en-US" dirty="0"/>
              <a:t> </a:t>
            </a:r>
            <a:r>
              <a:rPr lang="en-US" dirty="0" err="1"/>
              <a:t>tra</a:t>
            </a:r>
            <a:r>
              <a:rPr lang="en-US" dirty="0"/>
              <a:t> </a:t>
            </a:r>
            <a:r>
              <a:rPr lang="en-US" dirty="0" err="1"/>
              <a:t>đường</a:t>
            </a:r>
            <a:r>
              <a:rPr lang="en-US" dirty="0"/>
              <a:t> </a:t>
            </a:r>
            <a:r>
              <a:rPr lang="en-US" dirty="0" err="1"/>
              <a:t>chéo</a:t>
            </a:r>
            <a:r>
              <a:rPr lang="en-US" dirty="0"/>
              <a:t> </a:t>
            </a:r>
            <a:r>
              <a:rPr lang="en-US" dirty="0" err="1"/>
              <a:t>trên</a:t>
            </a:r>
            <a:r>
              <a:rPr lang="en-US" dirty="0"/>
              <a:t> </a:t>
            </a:r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8ADFD6DF-8EE0-C27F-4A66-FA151ED8DAFD}"/>
              </a:ext>
            </a:extLst>
          </p:cNvPr>
          <p:cNvSpPr/>
          <p:nvPr/>
        </p:nvSpPr>
        <p:spPr>
          <a:xfrm>
            <a:off x="8046720" y="5455365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D310D6F-826F-ACE9-C613-1D6DD203C223}"/>
              </a:ext>
            </a:extLst>
          </p:cNvPr>
          <p:cNvSpPr txBox="1"/>
          <p:nvPr/>
        </p:nvSpPr>
        <p:spPr>
          <a:xfrm>
            <a:off x="9025128" y="5536214"/>
            <a:ext cx="30948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/>
              <a:t>Kiểm</a:t>
            </a:r>
            <a:r>
              <a:rPr lang="en-US" dirty="0"/>
              <a:t> </a:t>
            </a:r>
            <a:r>
              <a:rPr lang="en-US" dirty="0" err="1"/>
              <a:t>tra</a:t>
            </a:r>
            <a:r>
              <a:rPr lang="en-US" dirty="0"/>
              <a:t> </a:t>
            </a:r>
            <a:r>
              <a:rPr lang="en-US" dirty="0" err="1"/>
              <a:t>đường</a:t>
            </a:r>
            <a:r>
              <a:rPr lang="en-US" dirty="0"/>
              <a:t> </a:t>
            </a:r>
            <a:r>
              <a:rPr lang="en-US" dirty="0" err="1"/>
              <a:t>chéo</a:t>
            </a:r>
            <a:r>
              <a:rPr lang="en-US" dirty="0"/>
              <a:t> </a:t>
            </a:r>
            <a:r>
              <a:rPr lang="en-US" dirty="0" err="1"/>
              <a:t>phụ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41249922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72F2FE-B2A5-8218-F2AC-0629F7DC12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211;p18">
            <a:extLst>
              <a:ext uri="{FF2B5EF4-FFF2-40B4-BE49-F238E27FC236}">
                <a16:creationId xmlns:a16="http://schemas.microsoft.com/office/drawing/2014/main" id="{8499EEAD-B724-68E6-B99A-1A3C66862905}"/>
              </a:ext>
            </a:extLst>
          </p:cNvPr>
          <p:cNvSpPr/>
          <p:nvPr/>
        </p:nvSpPr>
        <p:spPr>
          <a:xfrm>
            <a:off x="10672211" y="5342741"/>
            <a:ext cx="211600" cy="202043"/>
          </a:xfrm>
          <a:custGeom>
            <a:avLst/>
            <a:gdLst/>
            <a:ahLst/>
            <a:cxnLst/>
            <a:rect l="l" t="t" r="r" b="b"/>
            <a:pathLst>
              <a:path w="15144" h="14460" extrusionOk="0">
                <a:moveTo>
                  <a:pt x="7572" y="1"/>
                </a:moveTo>
                <a:lnTo>
                  <a:pt x="7499" y="25"/>
                </a:lnTo>
                <a:lnTo>
                  <a:pt x="7401" y="74"/>
                </a:lnTo>
                <a:lnTo>
                  <a:pt x="7328" y="172"/>
                </a:lnTo>
                <a:lnTo>
                  <a:pt x="7255" y="294"/>
                </a:lnTo>
                <a:lnTo>
                  <a:pt x="5594" y="4104"/>
                </a:lnTo>
                <a:lnTo>
                  <a:pt x="5521" y="4226"/>
                </a:lnTo>
                <a:lnTo>
                  <a:pt x="5398" y="4373"/>
                </a:lnTo>
                <a:lnTo>
                  <a:pt x="5276" y="4495"/>
                </a:lnTo>
                <a:lnTo>
                  <a:pt x="5130" y="4617"/>
                </a:lnTo>
                <a:lnTo>
                  <a:pt x="4983" y="4715"/>
                </a:lnTo>
                <a:lnTo>
                  <a:pt x="4812" y="4788"/>
                </a:lnTo>
                <a:lnTo>
                  <a:pt x="4666" y="4861"/>
                </a:lnTo>
                <a:lnTo>
                  <a:pt x="4495" y="4886"/>
                </a:lnTo>
                <a:lnTo>
                  <a:pt x="392" y="5301"/>
                </a:lnTo>
                <a:lnTo>
                  <a:pt x="245" y="5325"/>
                </a:lnTo>
                <a:lnTo>
                  <a:pt x="123" y="5374"/>
                </a:lnTo>
                <a:lnTo>
                  <a:pt x="50" y="5423"/>
                </a:lnTo>
                <a:lnTo>
                  <a:pt x="1" y="5521"/>
                </a:lnTo>
                <a:lnTo>
                  <a:pt x="1" y="5594"/>
                </a:lnTo>
                <a:lnTo>
                  <a:pt x="25" y="5692"/>
                </a:lnTo>
                <a:lnTo>
                  <a:pt x="74" y="5789"/>
                </a:lnTo>
                <a:lnTo>
                  <a:pt x="196" y="5911"/>
                </a:lnTo>
                <a:lnTo>
                  <a:pt x="3274" y="8647"/>
                </a:lnTo>
                <a:lnTo>
                  <a:pt x="3396" y="8769"/>
                </a:lnTo>
                <a:lnTo>
                  <a:pt x="3493" y="8915"/>
                </a:lnTo>
                <a:lnTo>
                  <a:pt x="3567" y="9086"/>
                </a:lnTo>
                <a:lnTo>
                  <a:pt x="3640" y="9257"/>
                </a:lnTo>
                <a:lnTo>
                  <a:pt x="3689" y="9428"/>
                </a:lnTo>
                <a:lnTo>
                  <a:pt x="3713" y="9599"/>
                </a:lnTo>
                <a:lnTo>
                  <a:pt x="3713" y="9770"/>
                </a:lnTo>
                <a:lnTo>
                  <a:pt x="3689" y="9941"/>
                </a:lnTo>
                <a:lnTo>
                  <a:pt x="2810" y="13995"/>
                </a:lnTo>
                <a:lnTo>
                  <a:pt x="2785" y="14142"/>
                </a:lnTo>
                <a:lnTo>
                  <a:pt x="2810" y="14240"/>
                </a:lnTo>
                <a:lnTo>
                  <a:pt x="2834" y="14337"/>
                </a:lnTo>
                <a:lnTo>
                  <a:pt x="2883" y="14411"/>
                </a:lnTo>
                <a:lnTo>
                  <a:pt x="2981" y="14435"/>
                </a:lnTo>
                <a:lnTo>
                  <a:pt x="3078" y="14459"/>
                </a:lnTo>
                <a:lnTo>
                  <a:pt x="3200" y="14411"/>
                </a:lnTo>
                <a:lnTo>
                  <a:pt x="3322" y="14362"/>
                </a:lnTo>
                <a:lnTo>
                  <a:pt x="6888" y="12261"/>
                </a:lnTo>
                <a:lnTo>
                  <a:pt x="7035" y="12188"/>
                </a:lnTo>
                <a:lnTo>
                  <a:pt x="7206" y="12139"/>
                </a:lnTo>
                <a:lnTo>
                  <a:pt x="7401" y="12115"/>
                </a:lnTo>
                <a:lnTo>
                  <a:pt x="7743" y="12115"/>
                </a:lnTo>
                <a:lnTo>
                  <a:pt x="7938" y="12139"/>
                </a:lnTo>
                <a:lnTo>
                  <a:pt x="8109" y="12188"/>
                </a:lnTo>
                <a:lnTo>
                  <a:pt x="8256" y="12261"/>
                </a:lnTo>
                <a:lnTo>
                  <a:pt x="11822" y="14362"/>
                </a:lnTo>
                <a:lnTo>
                  <a:pt x="11944" y="14411"/>
                </a:lnTo>
                <a:lnTo>
                  <a:pt x="12066" y="14459"/>
                </a:lnTo>
                <a:lnTo>
                  <a:pt x="12164" y="14435"/>
                </a:lnTo>
                <a:lnTo>
                  <a:pt x="12261" y="14411"/>
                </a:lnTo>
                <a:lnTo>
                  <a:pt x="12310" y="14337"/>
                </a:lnTo>
                <a:lnTo>
                  <a:pt x="12335" y="14240"/>
                </a:lnTo>
                <a:lnTo>
                  <a:pt x="12359" y="14142"/>
                </a:lnTo>
                <a:lnTo>
                  <a:pt x="12335" y="13995"/>
                </a:lnTo>
                <a:lnTo>
                  <a:pt x="11455" y="9941"/>
                </a:lnTo>
                <a:lnTo>
                  <a:pt x="11431" y="9770"/>
                </a:lnTo>
                <a:lnTo>
                  <a:pt x="11431" y="9599"/>
                </a:lnTo>
                <a:lnTo>
                  <a:pt x="11455" y="9428"/>
                </a:lnTo>
                <a:lnTo>
                  <a:pt x="11504" y="9257"/>
                </a:lnTo>
                <a:lnTo>
                  <a:pt x="11577" y="9086"/>
                </a:lnTo>
                <a:lnTo>
                  <a:pt x="11651" y="8915"/>
                </a:lnTo>
                <a:lnTo>
                  <a:pt x="11748" y="8769"/>
                </a:lnTo>
                <a:lnTo>
                  <a:pt x="11870" y="8647"/>
                </a:lnTo>
                <a:lnTo>
                  <a:pt x="14948" y="5911"/>
                </a:lnTo>
                <a:lnTo>
                  <a:pt x="15070" y="5789"/>
                </a:lnTo>
                <a:lnTo>
                  <a:pt x="15119" y="5692"/>
                </a:lnTo>
                <a:lnTo>
                  <a:pt x="15143" y="5594"/>
                </a:lnTo>
                <a:lnTo>
                  <a:pt x="15143" y="5521"/>
                </a:lnTo>
                <a:lnTo>
                  <a:pt x="15094" y="5423"/>
                </a:lnTo>
                <a:lnTo>
                  <a:pt x="15021" y="5374"/>
                </a:lnTo>
                <a:lnTo>
                  <a:pt x="14899" y="5325"/>
                </a:lnTo>
                <a:lnTo>
                  <a:pt x="14752" y="5301"/>
                </a:lnTo>
                <a:lnTo>
                  <a:pt x="10649" y="4886"/>
                </a:lnTo>
                <a:lnTo>
                  <a:pt x="10478" y="4861"/>
                </a:lnTo>
                <a:lnTo>
                  <a:pt x="10332" y="4788"/>
                </a:lnTo>
                <a:lnTo>
                  <a:pt x="10161" y="4715"/>
                </a:lnTo>
                <a:lnTo>
                  <a:pt x="10014" y="4617"/>
                </a:lnTo>
                <a:lnTo>
                  <a:pt x="9868" y="4495"/>
                </a:lnTo>
                <a:lnTo>
                  <a:pt x="9746" y="4373"/>
                </a:lnTo>
                <a:lnTo>
                  <a:pt x="9624" y="4226"/>
                </a:lnTo>
                <a:lnTo>
                  <a:pt x="9550" y="4104"/>
                </a:lnTo>
                <a:lnTo>
                  <a:pt x="7890" y="294"/>
                </a:lnTo>
                <a:lnTo>
                  <a:pt x="7816" y="172"/>
                </a:lnTo>
                <a:lnTo>
                  <a:pt x="7743" y="74"/>
                </a:lnTo>
                <a:lnTo>
                  <a:pt x="7645" y="25"/>
                </a:lnTo>
                <a:lnTo>
                  <a:pt x="7572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endParaRPr sz="1050"/>
          </a:p>
        </p:txBody>
      </p:sp>
      <p:grpSp>
        <p:nvGrpSpPr>
          <p:cNvPr id="7" name="Google Shape;212;p18">
            <a:extLst>
              <a:ext uri="{FF2B5EF4-FFF2-40B4-BE49-F238E27FC236}">
                <a16:creationId xmlns:a16="http://schemas.microsoft.com/office/drawing/2014/main" id="{F0C745D4-C2DA-CC3A-DD7F-9745010D42BE}"/>
              </a:ext>
            </a:extLst>
          </p:cNvPr>
          <p:cNvGrpSpPr/>
          <p:nvPr/>
        </p:nvGrpSpPr>
        <p:grpSpPr>
          <a:xfrm>
            <a:off x="10409634" y="4208274"/>
            <a:ext cx="906515" cy="906754"/>
            <a:chOff x="6654650" y="3665275"/>
            <a:chExt cx="409100" cy="409125"/>
          </a:xfrm>
        </p:grpSpPr>
        <p:sp>
          <p:nvSpPr>
            <p:cNvPr id="8" name="Google Shape;213;p18">
              <a:extLst>
                <a:ext uri="{FF2B5EF4-FFF2-40B4-BE49-F238E27FC236}">
                  <a16:creationId xmlns:a16="http://schemas.microsoft.com/office/drawing/2014/main" id="{A3385244-D977-9A79-E9D1-57BCDE381BFE}"/>
                </a:ext>
              </a:extLst>
            </p:cNvPr>
            <p:cNvSpPr/>
            <p:nvPr/>
          </p:nvSpPr>
          <p:spPr>
            <a:xfrm>
              <a:off x="6808525" y="3819150"/>
              <a:ext cx="211875" cy="211900"/>
            </a:xfrm>
            <a:custGeom>
              <a:avLst/>
              <a:gdLst/>
              <a:ahLst/>
              <a:cxnLst/>
              <a:rect l="l" t="t" r="r" b="b"/>
              <a:pathLst>
                <a:path w="8475" h="8476" extrusionOk="0">
                  <a:moveTo>
                    <a:pt x="8157" y="0"/>
                  </a:moveTo>
                  <a:lnTo>
                    <a:pt x="7327" y="1075"/>
                  </a:lnTo>
                  <a:lnTo>
                    <a:pt x="6399" y="2150"/>
                  </a:lnTo>
                  <a:lnTo>
                    <a:pt x="5422" y="3249"/>
                  </a:lnTo>
                  <a:lnTo>
                    <a:pt x="4347" y="4348"/>
                  </a:lnTo>
                  <a:lnTo>
                    <a:pt x="3248" y="5422"/>
                  </a:lnTo>
                  <a:lnTo>
                    <a:pt x="2149" y="6399"/>
                  </a:lnTo>
                  <a:lnTo>
                    <a:pt x="1075" y="7327"/>
                  </a:lnTo>
                  <a:lnTo>
                    <a:pt x="0" y="8158"/>
                  </a:lnTo>
                  <a:lnTo>
                    <a:pt x="440" y="8280"/>
                  </a:lnTo>
                  <a:lnTo>
                    <a:pt x="855" y="8377"/>
                  </a:lnTo>
                  <a:lnTo>
                    <a:pt x="1294" y="8426"/>
                  </a:lnTo>
                  <a:lnTo>
                    <a:pt x="1734" y="8475"/>
                  </a:lnTo>
                  <a:lnTo>
                    <a:pt x="2174" y="8475"/>
                  </a:lnTo>
                  <a:lnTo>
                    <a:pt x="2613" y="8451"/>
                  </a:lnTo>
                  <a:lnTo>
                    <a:pt x="3028" y="8402"/>
                  </a:lnTo>
                  <a:lnTo>
                    <a:pt x="3468" y="8304"/>
                  </a:lnTo>
                  <a:lnTo>
                    <a:pt x="3883" y="8207"/>
                  </a:lnTo>
                  <a:lnTo>
                    <a:pt x="4323" y="8060"/>
                  </a:lnTo>
                  <a:lnTo>
                    <a:pt x="4714" y="7889"/>
                  </a:lnTo>
                  <a:lnTo>
                    <a:pt x="5129" y="7694"/>
                  </a:lnTo>
                  <a:lnTo>
                    <a:pt x="5520" y="7449"/>
                  </a:lnTo>
                  <a:lnTo>
                    <a:pt x="5886" y="7205"/>
                  </a:lnTo>
                  <a:lnTo>
                    <a:pt x="6252" y="6912"/>
                  </a:lnTo>
                  <a:lnTo>
                    <a:pt x="6594" y="6595"/>
                  </a:lnTo>
                  <a:lnTo>
                    <a:pt x="6912" y="6253"/>
                  </a:lnTo>
                  <a:lnTo>
                    <a:pt x="7205" y="5886"/>
                  </a:lnTo>
                  <a:lnTo>
                    <a:pt x="7449" y="5520"/>
                  </a:lnTo>
                  <a:lnTo>
                    <a:pt x="7693" y="5129"/>
                  </a:lnTo>
                  <a:lnTo>
                    <a:pt x="7889" y="4714"/>
                  </a:lnTo>
                  <a:lnTo>
                    <a:pt x="8060" y="4323"/>
                  </a:lnTo>
                  <a:lnTo>
                    <a:pt x="8206" y="3884"/>
                  </a:lnTo>
                  <a:lnTo>
                    <a:pt x="8304" y="3468"/>
                  </a:lnTo>
                  <a:lnTo>
                    <a:pt x="8402" y="3029"/>
                  </a:lnTo>
                  <a:lnTo>
                    <a:pt x="8450" y="2614"/>
                  </a:lnTo>
                  <a:lnTo>
                    <a:pt x="8475" y="2174"/>
                  </a:lnTo>
                  <a:lnTo>
                    <a:pt x="8475" y="1734"/>
                  </a:lnTo>
                  <a:lnTo>
                    <a:pt x="8426" y="1295"/>
                  </a:lnTo>
                  <a:lnTo>
                    <a:pt x="8377" y="855"/>
                  </a:lnTo>
                  <a:lnTo>
                    <a:pt x="8279" y="440"/>
                  </a:lnTo>
                  <a:lnTo>
                    <a:pt x="815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9" name="Google Shape;214;p18">
              <a:extLst>
                <a:ext uri="{FF2B5EF4-FFF2-40B4-BE49-F238E27FC236}">
                  <a16:creationId xmlns:a16="http://schemas.microsoft.com/office/drawing/2014/main" id="{33A20B81-AB44-785F-5BF7-3BC80D1D956C}"/>
                </a:ext>
              </a:extLst>
            </p:cNvPr>
            <p:cNvSpPr/>
            <p:nvPr/>
          </p:nvSpPr>
          <p:spPr>
            <a:xfrm>
              <a:off x="6654650" y="3665275"/>
              <a:ext cx="409100" cy="409125"/>
            </a:xfrm>
            <a:custGeom>
              <a:avLst/>
              <a:gdLst/>
              <a:ahLst/>
              <a:cxnLst/>
              <a:rect l="l" t="t" r="r" b="b"/>
              <a:pathLst>
                <a:path w="16364" h="16365" extrusionOk="0">
                  <a:moveTo>
                    <a:pt x="13580" y="1686"/>
                  </a:moveTo>
                  <a:lnTo>
                    <a:pt x="13677" y="1735"/>
                  </a:lnTo>
                  <a:lnTo>
                    <a:pt x="13775" y="1759"/>
                  </a:lnTo>
                  <a:lnTo>
                    <a:pt x="13848" y="1832"/>
                  </a:lnTo>
                  <a:lnTo>
                    <a:pt x="13897" y="1906"/>
                  </a:lnTo>
                  <a:lnTo>
                    <a:pt x="13946" y="1979"/>
                  </a:lnTo>
                  <a:lnTo>
                    <a:pt x="13970" y="2077"/>
                  </a:lnTo>
                  <a:lnTo>
                    <a:pt x="13995" y="2174"/>
                  </a:lnTo>
                  <a:lnTo>
                    <a:pt x="13995" y="2419"/>
                  </a:lnTo>
                  <a:lnTo>
                    <a:pt x="13922" y="2687"/>
                  </a:lnTo>
                  <a:lnTo>
                    <a:pt x="13824" y="3029"/>
                  </a:lnTo>
                  <a:lnTo>
                    <a:pt x="13677" y="3371"/>
                  </a:lnTo>
                  <a:lnTo>
                    <a:pt x="13482" y="3762"/>
                  </a:lnTo>
                  <a:lnTo>
                    <a:pt x="13238" y="4177"/>
                  </a:lnTo>
                  <a:lnTo>
                    <a:pt x="12993" y="3908"/>
                  </a:lnTo>
                  <a:lnTo>
                    <a:pt x="12749" y="3615"/>
                  </a:lnTo>
                  <a:lnTo>
                    <a:pt x="12407" y="3298"/>
                  </a:lnTo>
                  <a:lnTo>
                    <a:pt x="12041" y="3029"/>
                  </a:lnTo>
                  <a:lnTo>
                    <a:pt x="11675" y="2761"/>
                  </a:lnTo>
                  <a:lnTo>
                    <a:pt x="11308" y="2541"/>
                  </a:lnTo>
                  <a:lnTo>
                    <a:pt x="11748" y="2272"/>
                  </a:lnTo>
                  <a:lnTo>
                    <a:pt x="12187" y="2052"/>
                  </a:lnTo>
                  <a:lnTo>
                    <a:pt x="12554" y="1881"/>
                  </a:lnTo>
                  <a:lnTo>
                    <a:pt x="12920" y="1759"/>
                  </a:lnTo>
                  <a:lnTo>
                    <a:pt x="13213" y="1686"/>
                  </a:lnTo>
                  <a:close/>
                  <a:moveTo>
                    <a:pt x="9721" y="3591"/>
                  </a:moveTo>
                  <a:lnTo>
                    <a:pt x="9794" y="3615"/>
                  </a:lnTo>
                  <a:lnTo>
                    <a:pt x="9916" y="3713"/>
                  </a:lnTo>
                  <a:lnTo>
                    <a:pt x="10014" y="3835"/>
                  </a:lnTo>
                  <a:lnTo>
                    <a:pt x="10038" y="3908"/>
                  </a:lnTo>
                  <a:lnTo>
                    <a:pt x="10038" y="3982"/>
                  </a:lnTo>
                  <a:lnTo>
                    <a:pt x="10038" y="4055"/>
                  </a:lnTo>
                  <a:lnTo>
                    <a:pt x="10014" y="4128"/>
                  </a:lnTo>
                  <a:lnTo>
                    <a:pt x="9916" y="4250"/>
                  </a:lnTo>
                  <a:lnTo>
                    <a:pt x="9794" y="4348"/>
                  </a:lnTo>
                  <a:lnTo>
                    <a:pt x="9721" y="4372"/>
                  </a:lnTo>
                  <a:lnTo>
                    <a:pt x="9574" y="4372"/>
                  </a:lnTo>
                  <a:lnTo>
                    <a:pt x="9501" y="4348"/>
                  </a:lnTo>
                  <a:lnTo>
                    <a:pt x="9379" y="4250"/>
                  </a:lnTo>
                  <a:lnTo>
                    <a:pt x="9281" y="4128"/>
                  </a:lnTo>
                  <a:lnTo>
                    <a:pt x="9257" y="4055"/>
                  </a:lnTo>
                  <a:lnTo>
                    <a:pt x="9257" y="3982"/>
                  </a:lnTo>
                  <a:lnTo>
                    <a:pt x="9257" y="3908"/>
                  </a:lnTo>
                  <a:lnTo>
                    <a:pt x="9281" y="3835"/>
                  </a:lnTo>
                  <a:lnTo>
                    <a:pt x="9379" y="3713"/>
                  </a:lnTo>
                  <a:lnTo>
                    <a:pt x="9501" y="3615"/>
                  </a:lnTo>
                  <a:lnTo>
                    <a:pt x="9574" y="3591"/>
                  </a:lnTo>
                  <a:close/>
                  <a:moveTo>
                    <a:pt x="8182" y="3322"/>
                  </a:moveTo>
                  <a:lnTo>
                    <a:pt x="8304" y="3347"/>
                  </a:lnTo>
                  <a:lnTo>
                    <a:pt x="8402" y="3371"/>
                  </a:lnTo>
                  <a:lnTo>
                    <a:pt x="8500" y="3420"/>
                  </a:lnTo>
                  <a:lnTo>
                    <a:pt x="8597" y="3493"/>
                  </a:lnTo>
                  <a:lnTo>
                    <a:pt x="8671" y="3591"/>
                  </a:lnTo>
                  <a:lnTo>
                    <a:pt x="8719" y="3689"/>
                  </a:lnTo>
                  <a:lnTo>
                    <a:pt x="8768" y="3786"/>
                  </a:lnTo>
                  <a:lnTo>
                    <a:pt x="8768" y="3908"/>
                  </a:lnTo>
                  <a:lnTo>
                    <a:pt x="8768" y="4031"/>
                  </a:lnTo>
                  <a:lnTo>
                    <a:pt x="8719" y="4153"/>
                  </a:lnTo>
                  <a:lnTo>
                    <a:pt x="8671" y="4250"/>
                  </a:lnTo>
                  <a:lnTo>
                    <a:pt x="8597" y="4324"/>
                  </a:lnTo>
                  <a:lnTo>
                    <a:pt x="8500" y="4397"/>
                  </a:lnTo>
                  <a:lnTo>
                    <a:pt x="8402" y="4446"/>
                  </a:lnTo>
                  <a:lnTo>
                    <a:pt x="8304" y="4495"/>
                  </a:lnTo>
                  <a:lnTo>
                    <a:pt x="8060" y="4495"/>
                  </a:lnTo>
                  <a:lnTo>
                    <a:pt x="7962" y="4446"/>
                  </a:lnTo>
                  <a:lnTo>
                    <a:pt x="7865" y="4397"/>
                  </a:lnTo>
                  <a:lnTo>
                    <a:pt x="7767" y="4324"/>
                  </a:lnTo>
                  <a:lnTo>
                    <a:pt x="7694" y="4250"/>
                  </a:lnTo>
                  <a:lnTo>
                    <a:pt x="7645" y="4153"/>
                  </a:lnTo>
                  <a:lnTo>
                    <a:pt x="7596" y="4031"/>
                  </a:lnTo>
                  <a:lnTo>
                    <a:pt x="7596" y="3908"/>
                  </a:lnTo>
                  <a:lnTo>
                    <a:pt x="7596" y="3786"/>
                  </a:lnTo>
                  <a:lnTo>
                    <a:pt x="7645" y="3689"/>
                  </a:lnTo>
                  <a:lnTo>
                    <a:pt x="7694" y="3591"/>
                  </a:lnTo>
                  <a:lnTo>
                    <a:pt x="7767" y="3493"/>
                  </a:lnTo>
                  <a:lnTo>
                    <a:pt x="7865" y="3420"/>
                  </a:lnTo>
                  <a:lnTo>
                    <a:pt x="7962" y="3371"/>
                  </a:lnTo>
                  <a:lnTo>
                    <a:pt x="8060" y="3347"/>
                  </a:lnTo>
                  <a:lnTo>
                    <a:pt x="8182" y="3322"/>
                  </a:lnTo>
                  <a:close/>
                  <a:moveTo>
                    <a:pt x="9086" y="4763"/>
                  </a:moveTo>
                  <a:lnTo>
                    <a:pt x="9159" y="4788"/>
                  </a:lnTo>
                  <a:lnTo>
                    <a:pt x="9281" y="4885"/>
                  </a:lnTo>
                  <a:lnTo>
                    <a:pt x="9354" y="5007"/>
                  </a:lnTo>
                  <a:lnTo>
                    <a:pt x="9379" y="5081"/>
                  </a:lnTo>
                  <a:lnTo>
                    <a:pt x="9379" y="5154"/>
                  </a:lnTo>
                  <a:lnTo>
                    <a:pt x="9379" y="5227"/>
                  </a:lnTo>
                  <a:lnTo>
                    <a:pt x="9354" y="5301"/>
                  </a:lnTo>
                  <a:lnTo>
                    <a:pt x="9281" y="5423"/>
                  </a:lnTo>
                  <a:lnTo>
                    <a:pt x="9159" y="5520"/>
                  </a:lnTo>
                  <a:lnTo>
                    <a:pt x="9086" y="5545"/>
                  </a:lnTo>
                  <a:lnTo>
                    <a:pt x="8915" y="5545"/>
                  </a:lnTo>
                  <a:lnTo>
                    <a:pt x="8842" y="5520"/>
                  </a:lnTo>
                  <a:lnTo>
                    <a:pt x="8719" y="5423"/>
                  </a:lnTo>
                  <a:lnTo>
                    <a:pt x="8646" y="5301"/>
                  </a:lnTo>
                  <a:lnTo>
                    <a:pt x="8622" y="5227"/>
                  </a:lnTo>
                  <a:lnTo>
                    <a:pt x="8597" y="5154"/>
                  </a:lnTo>
                  <a:lnTo>
                    <a:pt x="8622" y="5081"/>
                  </a:lnTo>
                  <a:lnTo>
                    <a:pt x="8646" y="5007"/>
                  </a:lnTo>
                  <a:lnTo>
                    <a:pt x="8719" y="4885"/>
                  </a:lnTo>
                  <a:lnTo>
                    <a:pt x="8842" y="4788"/>
                  </a:lnTo>
                  <a:lnTo>
                    <a:pt x="8915" y="4763"/>
                  </a:lnTo>
                  <a:close/>
                  <a:moveTo>
                    <a:pt x="2540" y="11309"/>
                  </a:moveTo>
                  <a:lnTo>
                    <a:pt x="2760" y="11675"/>
                  </a:lnTo>
                  <a:lnTo>
                    <a:pt x="3029" y="12041"/>
                  </a:lnTo>
                  <a:lnTo>
                    <a:pt x="3298" y="12408"/>
                  </a:lnTo>
                  <a:lnTo>
                    <a:pt x="3615" y="12750"/>
                  </a:lnTo>
                  <a:lnTo>
                    <a:pt x="3908" y="12994"/>
                  </a:lnTo>
                  <a:lnTo>
                    <a:pt x="4177" y="13238"/>
                  </a:lnTo>
                  <a:lnTo>
                    <a:pt x="3762" y="13482"/>
                  </a:lnTo>
                  <a:lnTo>
                    <a:pt x="3371" y="13678"/>
                  </a:lnTo>
                  <a:lnTo>
                    <a:pt x="3029" y="13824"/>
                  </a:lnTo>
                  <a:lnTo>
                    <a:pt x="2687" y="13922"/>
                  </a:lnTo>
                  <a:lnTo>
                    <a:pt x="2418" y="13995"/>
                  </a:lnTo>
                  <a:lnTo>
                    <a:pt x="2174" y="13995"/>
                  </a:lnTo>
                  <a:lnTo>
                    <a:pt x="2076" y="13971"/>
                  </a:lnTo>
                  <a:lnTo>
                    <a:pt x="1979" y="13946"/>
                  </a:lnTo>
                  <a:lnTo>
                    <a:pt x="1905" y="13897"/>
                  </a:lnTo>
                  <a:lnTo>
                    <a:pt x="1832" y="13849"/>
                  </a:lnTo>
                  <a:lnTo>
                    <a:pt x="1759" y="13775"/>
                  </a:lnTo>
                  <a:lnTo>
                    <a:pt x="1734" y="13678"/>
                  </a:lnTo>
                  <a:lnTo>
                    <a:pt x="1686" y="13580"/>
                  </a:lnTo>
                  <a:lnTo>
                    <a:pt x="1686" y="13482"/>
                  </a:lnTo>
                  <a:lnTo>
                    <a:pt x="1686" y="13214"/>
                  </a:lnTo>
                  <a:lnTo>
                    <a:pt x="1759" y="12921"/>
                  </a:lnTo>
                  <a:lnTo>
                    <a:pt x="1881" y="12554"/>
                  </a:lnTo>
                  <a:lnTo>
                    <a:pt x="2052" y="12188"/>
                  </a:lnTo>
                  <a:lnTo>
                    <a:pt x="2272" y="11748"/>
                  </a:lnTo>
                  <a:lnTo>
                    <a:pt x="2540" y="11309"/>
                  </a:lnTo>
                  <a:close/>
                  <a:moveTo>
                    <a:pt x="15362" y="1"/>
                  </a:moveTo>
                  <a:lnTo>
                    <a:pt x="15094" y="25"/>
                  </a:lnTo>
                  <a:lnTo>
                    <a:pt x="14801" y="74"/>
                  </a:lnTo>
                  <a:lnTo>
                    <a:pt x="14483" y="172"/>
                  </a:lnTo>
                  <a:lnTo>
                    <a:pt x="14141" y="294"/>
                  </a:lnTo>
                  <a:lnTo>
                    <a:pt x="13775" y="440"/>
                  </a:lnTo>
                  <a:lnTo>
                    <a:pt x="13384" y="611"/>
                  </a:lnTo>
                  <a:lnTo>
                    <a:pt x="12993" y="831"/>
                  </a:lnTo>
                  <a:lnTo>
                    <a:pt x="12578" y="1051"/>
                  </a:lnTo>
                  <a:lnTo>
                    <a:pt x="11699" y="1613"/>
                  </a:lnTo>
                  <a:lnTo>
                    <a:pt x="10747" y="2272"/>
                  </a:lnTo>
                  <a:lnTo>
                    <a:pt x="10307" y="2101"/>
                  </a:lnTo>
                  <a:lnTo>
                    <a:pt x="9843" y="1955"/>
                  </a:lnTo>
                  <a:lnTo>
                    <a:pt x="9379" y="1857"/>
                  </a:lnTo>
                  <a:lnTo>
                    <a:pt x="8915" y="1784"/>
                  </a:lnTo>
                  <a:lnTo>
                    <a:pt x="8451" y="1735"/>
                  </a:lnTo>
                  <a:lnTo>
                    <a:pt x="7962" y="1735"/>
                  </a:lnTo>
                  <a:lnTo>
                    <a:pt x="7498" y="1784"/>
                  </a:lnTo>
                  <a:lnTo>
                    <a:pt x="7034" y="1832"/>
                  </a:lnTo>
                  <a:lnTo>
                    <a:pt x="6570" y="1930"/>
                  </a:lnTo>
                  <a:lnTo>
                    <a:pt x="6106" y="2077"/>
                  </a:lnTo>
                  <a:lnTo>
                    <a:pt x="5667" y="2248"/>
                  </a:lnTo>
                  <a:lnTo>
                    <a:pt x="5227" y="2443"/>
                  </a:lnTo>
                  <a:lnTo>
                    <a:pt x="4787" y="2687"/>
                  </a:lnTo>
                  <a:lnTo>
                    <a:pt x="4397" y="2980"/>
                  </a:lnTo>
                  <a:lnTo>
                    <a:pt x="4006" y="3273"/>
                  </a:lnTo>
                  <a:lnTo>
                    <a:pt x="3615" y="3615"/>
                  </a:lnTo>
                  <a:lnTo>
                    <a:pt x="3273" y="4006"/>
                  </a:lnTo>
                  <a:lnTo>
                    <a:pt x="2980" y="4397"/>
                  </a:lnTo>
                  <a:lnTo>
                    <a:pt x="2687" y="4788"/>
                  </a:lnTo>
                  <a:lnTo>
                    <a:pt x="2443" y="5227"/>
                  </a:lnTo>
                  <a:lnTo>
                    <a:pt x="2247" y="5667"/>
                  </a:lnTo>
                  <a:lnTo>
                    <a:pt x="2076" y="6107"/>
                  </a:lnTo>
                  <a:lnTo>
                    <a:pt x="1930" y="6571"/>
                  </a:lnTo>
                  <a:lnTo>
                    <a:pt x="1832" y="7035"/>
                  </a:lnTo>
                  <a:lnTo>
                    <a:pt x="1783" y="7499"/>
                  </a:lnTo>
                  <a:lnTo>
                    <a:pt x="1734" y="7963"/>
                  </a:lnTo>
                  <a:lnTo>
                    <a:pt x="1734" y="8451"/>
                  </a:lnTo>
                  <a:lnTo>
                    <a:pt x="1783" y="8915"/>
                  </a:lnTo>
                  <a:lnTo>
                    <a:pt x="1857" y="9379"/>
                  </a:lnTo>
                  <a:lnTo>
                    <a:pt x="1954" y="9843"/>
                  </a:lnTo>
                  <a:lnTo>
                    <a:pt x="2101" y="10307"/>
                  </a:lnTo>
                  <a:lnTo>
                    <a:pt x="2272" y="10747"/>
                  </a:lnTo>
                  <a:lnTo>
                    <a:pt x="1612" y="11699"/>
                  </a:lnTo>
                  <a:lnTo>
                    <a:pt x="1051" y="12579"/>
                  </a:lnTo>
                  <a:lnTo>
                    <a:pt x="831" y="12994"/>
                  </a:lnTo>
                  <a:lnTo>
                    <a:pt x="611" y="13385"/>
                  </a:lnTo>
                  <a:lnTo>
                    <a:pt x="440" y="13775"/>
                  </a:lnTo>
                  <a:lnTo>
                    <a:pt x="293" y="14142"/>
                  </a:lnTo>
                  <a:lnTo>
                    <a:pt x="171" y="14484"/>
                  </a:lnTo>
                  <a:lnTo>
                    <a:pt x="74" y="14801"/>
                  </a:lnTo>
                  <a:lnTo>
                    <a:pt x="25" y="15094"/>
                  </a:lnTo>
                  <a:lnTo>
                    <a:pt x="0" y="15363"/>
                  </a:lnTo>
                  <a:lnTo>
                    <a:pt x="0" y="15583"/>
                  </a:lnTo>
                  <a:lnTo>
                    <a:pt x="49" y="15802"/>
                  </a:lnTo>
                  <a:lnTo>
                    <a:pt x="123" y="15973"/>
                  </a:lnTo>
                  <a:lnTo>
                    <a:pt x="245" y="16120"/>
                  </a:lnTo>
                  <a:lnTo>
                    <a:pt x="342" y="16218"/>
                  </a:lnTo>
                  <a:lnTo>
                    <a:pt x="489" y="16291"/>
                  </a:lnTo>
                  <a:lnTo>
                    <a:pt x="635" y="16340"/>
                  </a:lnTo>
                  <a:lnTo>
                    <a:pt x="806" y="16364"/>
                  </a:lnTo>
                  <a:lnTo>
                    <a:pt x="1173" y="16364"/>
                  </a:lnTo>
                  <a:lnTo>
                    <a:pt x="1393" y="16315"/>
                  </a:lnTo>
                  <a:lnTo>
                    <a:pt x="1637" y="16267"/>
                  </a:lnTo>
                  <a:lnTo>
                    <a:pt x="2150" y="16120"/>
                  </a:lnTo>
                  <a:lnTo>
                    <a:pt x="2711" y="15876"/>
                  </a:lnTo>
                  <a:lnTo>
                    <a:pt x="3322" y="15583"/>
                  </a:lnTo>
                  <a:lnTo>
                    <a:pt x="3957" y="15192"/>
                  </a:lnTo>
                  <a:lnTo>
                    <a:pt x="4665" y="14752"/>
                  </a:lnTo>
                  <a:lnTo>
                    <a:pt x="5373" y="14264"/>
                  </a:lnTo>
                  <a:lnTo>
                    <a:pt x="6131" y="13702"/>
                  </a:lnTo>
                  <a:lnTo>
                    <a:pt x="6912" y="13092"/>
                  </a:lnTo>
                  <a:lnTo>
                    <a:pt x="7718" y="12432"/>
                  </a:lnTo>
                  <a:lnTo>
                    <a:pt x="8524" y="11724"/>
                  </a:lnTo>
                  <a:lnTo>
                    <a:pt x="9330" y="10967"/>
                  </a:lnTo>
                  <a:lnTo>
                    <a:pt x="10160" y="10161"/>
                  </a:lnTo>
                  <a:lnTo>
                    <a:pt x="10966" y="9330"/>
                  </a:lnTo>
                  <a:lnTo>
                    <a:pt x="11723" y="8524"/>
                  </a:lnTo>
                  <a:lnTo>
                    <a:pt x="12432" y="7718"/>
                  </a:lnTo>
                  <a:lnTo>
                    <a:pt x="13091" y="6912"/>
                  </a:lnTo>
                  <a:lnTo>
                    <a:pt x="13702" y="6131"/>
                  </a:lnTo>
                  <a:lnTo>
                    <a:pt x="14263" y="5374"/>
                  </a:lnTo>
                  <a:lnTo>
                    <a:pt x="14752" y="4666"/>
                  </a:lnTo>
                  <a:lnTo>
                    <a:pt x="15192" y="3957"/>
                  </a:lnTo>
                  <a:lnTo>
                    <a:pt x="15582" y="3322"/>
                  </a:lnTo>
                  <a:lnTo>
                    <a:pt x="15875" y="2712"/>
                  </a:lnTo>
                  <a:lnTo>
                    <a:pt x="16120" y="2150"/>
                  </a:lnTo>
                  <a:lnTo>
                    <a:pt x="16266" y="1637"/>
                  </a:lnTo>
                  <a:lnTo>
                    <a:pt x="16315" y="1393"/>
                  </a:lnTo>
                  <a:lnTo>
                    <a:pt x="16364" y="1173"/>
                  </a:lnTo>
                  <a:lnTo>
                    <a:pt x="16364" y="978"/>
                  </a:lnTo>
                  <a:lnTo>
                    <a:pt x="16364" y="807"/>
                  </a:lnTo>
                  <a:lnTo>
                    <a:pt x="16339" y="636"/>
                  </a:lnTo>
                  <a:lnTo>
                    <a:pt x="16291" y="489"/>
                  </a:lnTo>
                  <a:lnTo>
                    <a:pt x="16217" y="343"/>
                  </a:lnTo>
                  <a:lnTo>
                    <a:pt x="16120" y="245"/>
                  </a:lnTo>
                  <a:lnTo>
                    <a:pt x="15973" y="123"/>
                  </a:lnTo>
                  <a:lnTo>
                    <a:pt x="15802" y="50"/>
                  </a:lnTo>
                  <a:lnTo>
                    <a:pt x="1558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</p:grpSp>
      <p:grpSp>
        <p:nvGrpSpPr>
          <p:cNvPr id="10" name="Google Shape;215;p18">
            <a:extLst>
              <a:ext uri="{FF2B5EF4-FFF2-40B4-BE49-F238E27FC236}">
                <a16:creationId xmlns:a16="http://schemas.microsoft.com/office/drawing/2014/main" id="{CDA6139A-E4C4-0E81-9E74-610A5F5C41C9}"/>
              </a:ext>
            </a:extLst>
          </p:cNvPr>
          <p:cNvGrpSpPr/>
          <p:nvPr/>
        </p:nvGrpSpPr>
        <p:grpSpPr>
          <a:xfrm rot="1057032">
            <a:off x="9535946" y="4920946"/>
            <a:ext cx="598916" cy="598961"/>
            <a:chOff x="570875" y="4322250"/>
            <a:chExt cx="443300" cy="443325"/>
          </a:xfrm>
        </p:grpSpPr>
        <p:sp>
          <p:nvSpPr>
            <p:cNvPr id="11" name="Google Shape;216;p18">
              <a:extLst>
                <a:ext uri="{FF2B5EF4-FFF2-40B4-BE49-F238E27FC236}">
                  <a16:creationId xmlns:a16="http://schemas.microsoft.com/office/drawing/2014/main" id="{0F14AAE0-EFC0-96A4-8BA7-6AB0FBB7FE4E}"/>
                </a:ext>
              </a:extLst>
            </p:cNvPr>
            <p:cNvSpPr/>
            <p:nvPr/>
          </p:nvSpPr>
          <p:spPr>
            <a:xfrm>
              <a:off x="570875" y="4322250"/>
              <a:ext cx="443300" cy="443325"/>
            </a:xfrm>
            <a:custGeom>
              <a:avLst/>
              <a:gdLst/>
              <a:ahLst/>
              <a:cxnLst/>
              <a:rect l="l" t="t" r="r" b="b"/>
              <a:pathLst>
                <a:path w="17732" h="17733" extrusionOk="0">
                  <a:moveTo>
                    <a:pt x="13091" y="2712"/>
                  </a:moveTo>
                  <a:lnTo>
                    <a:pt x="13286" y="2736"/>
                  </a:lnTo>
                  <a:lnTo>
                    <a:pt x="13506" y="2785"/>
                  </a:lnTo>
                  <a:lnTo>
                    <a:pt x="13702" y="2858"/>
                  </a:lnTo>
                  <a:lnTo>
                    <a:pt x="13873" y="2956"/>
                  </a:lnTo>
                  <a:lnTo>
                    <a:pt x="14068" y="3054"/>
                  </a:lnTo>
                  <a:lnTo>
                    <a:pt x="14239" y="3176"/>
                  </a:lnTo>
                  <a:lnTo>
                    <a:pt x="14410" y="3323"/>
                  </a:lnTo>
                  <a:lnTo>
                    <a:pt x="14556" y="3493"/>
                  </a:lnTo>
                  <a:lnTo>
                    <a:pt x="14679" y="3664"/>
                  </a:lnTo>
                  <a:lnTo>
                    <a:pt x="14776" y="3860"/>
                  </a:lnTo>
                  <a:lnTo>
                    <a:pt x="14874" y="4031"/>
                  </a:lnTo>
                  <a:lnTo>
                    <a:pt x="14947" y="4226"/>
                  </a:lnTo>
                  <a:lnTo>
                    <a:pt x="14996" y="4446"/>
                  </a:lnTo>
                  <a:lnTo>
                    <a:pt x="15021" y="4641"/>
                  </a:lnTo>
                  <a:lnTo>
                    <a:pt x="15021" y="4861"/>
                  </a:lnTo>
                  <a:lnTo>
                    <a:pt x="15021" y="5057"/>
                  </a:lnTo>
                  <a:lnTo>
                    <a:pt x="14996" y="5252"/>
                  </a:lnTo>
                  <a:lnTo>
                    <a:pt x="14947" y="5472"/>
                  </a:lnTo>
                  <a:lnTo>
                    <a:pt x="14874" y="5667"/>
                  </a:lnTo>
                  <a:lnTo>
                    <a:pt x="14776" y="5838"/>
                  </a:lnTo>
                  <a:lnTo>
                    <a:pt x="14679" y="6033"/>
                  </a:lnTo>
                  <a:lnTo>
                    <a:pt x="14556" y="6204"/>
                  </a:lnTo>
                  <a:lnTo>
                    <a:pt x="14410" y="6375"/>
                  </a:lnTo>
                  <a:lnTo>
                    <a:pt x="13433" y="7328"/>
                  </a:lnTo>
                  <a:lnTo>
                    <a:pt x="13311" y="7426"/>
                  </a:lnTo>
                  <a:lnTo>
                    <a:pt x="13189" y="7499"/>
                  </a:lnTo>
                  <a:lnTo>
                    <a:pt x="13042" y="7548"/>
                  </a:lnTo>
                  <a:lnTo>
                    <a:pt x="12871" y="7572"/>
                  </a:lnTo>
                  <a:lnTo>
                    <a:pt x="12725" y="7548"/>
                  </a:lnTo>
                  <a:lnTo>
                    <a:pt x="12578" y="7499"/>
                  </a:lnTo>
                  <a:lnTo>
                    <a:pt x="12456" y="7426"/>
                  </a:lnTo>
                  <a:lnTo>
                    <a:pt x="12334" y="7328"/>
                  </a:lnTo>
                  <a:lnTo>
                    <a:pt x="10405" y="5398"/>
                  </a:lnTo>
                  <a:lnTo>
                    <a:pt x="10307" y="5276"/>
                  </a:lnTo>
                  <a:lnTo>
                    <a:pt x="10234" y="5154"/>
                  </a:lnTo>
                  <a:lnTo>
                    <a:pt x="10185" y="5008"/>
                  </a:lnTo>
                  <a:lnTo>
                    <a:pt x="10160" y="4861"/>
                  </a:lnTo>
                  <a:lnTo>
                    <a:pt x="10185" y="4690"/>
                  </a:lnTo>
                  <a:lnTo>
                    <a:pt x="10234" y="4544"/>
                  </a:lnTo>
                  <a:lnTo>
                    <a:pt x="10307" y="4422"/>
                  </a:lnTo>
                  <a:lnTo>
                    <a:pt x="10405" y="4299"/>
                  </a:lnTo>
                  <a:lnTo>
                    <a:pt x="11357" y="3323"/>
                  </a:lnTo>
                  <a:lnTo>
                    <a:pt x="11528" y="3176"/>
                  </a:lnTo>
                  <a:lnTo>
                    <a:pt x="11699" y="3054"/>
                  </a:lnTo>
                  <a:lnTo>
                    <a:pt x="11894" y="2956"/>
                  </a:lnTo>
                  <a:lnTo>
                    <a:pt x="12065" y="2858"/>
                  </a:lnTo>
                  <a:lnTo>
                    <a:pt x="12261" y="2785"/>
                  </a:lnTo>
                  <a:lnTo>
                    <a:pt x="12481" y="2736"/>
                  </a:lnTo>
                  <a:lnTo>
                    <a:pt x="12676" y="2712"/>
                  </a:lnTo>
                  <a:close/>
                  <a:moveTo>
                    <a:pt x="8377" y="8867"/>
                  </a:moveTo>
                  <a:lnTo>
                    <a:pt x="8475" y="8891"/>
                  </a:lnTo>
                  <a:lnTo>
                    <a:pt x="8548" y="8915"/>
                  </a:lnTo>
                  <a:lnTo>
                    <a:pt x="8646" y="8964"/>
                  </a:lnTo>
                  <a:lnTo>
                    <a:pt x="8719" y="9013"/>
                  </a:lnTo>
                  <a:lnTo>
                    <a:pt x="8768" y="9086"/>
                  </a:lnTo>
                  <a:lnTo>
                    <a:pt x="8817" y="9184"/>
                  </a:lnTo>
                  <a:lnTo>
                    <a:pt x="8841" y="9257"/>
                  </a:lnTo>
                  <a:lnTo>
                    <a:pt x="8866" y="9355"/>
                  </a:lnTo>
                  <a:lnTo>
                    <a:pt x="8841" y="9453"/>
                  </a:lnTo>
                  <a:lnTo>
                    <a:pt x="8817" y="9550"/>
                  </a:lnTo>
                  <a:lnTo>
                    <a:pt x="8768" y="9624"/>
                  </a:lnTo>
                  <a:lnTo>
                    <a:pt x="8719" y="9697"/>
                  </a:lnTo>
                  <a:lnTo>
                    <a:pt x="6179" y="12237"/>
                  </a:lnTo>
                  <a:lnTo>
                    <a:pt x="6106" y="12310"/>
                  </a:lnTo>
                  <a:lnTo>
                    <a:pt x="6033" y="12359"/>
                  </a:lnTo>
                  <a:lnTo>
                    <a:pt x="5935" y="12383"/>
                  </a:lnTo>
                  <a:lnTo>
                    <a:pt x="5740" y="12383"/>
                  </a:lnTo>
                  <a:lnTo>
                    <a:pt x="5642" y="12359"/>
                  </a:lnTo>
                  <a:lnTo>
                    <a:pt x="5569" y="12310"/>
                  </a:lnTo>
                  <a:lnTo>
                    <a:pt x="5496" y="12237"/>
                  </a:lnTo>
                  <a:lnTo>
                    <a:pt x="5422" y="12164"/>
                  </a:lnTo>
                  <a:lnTo>
                    <a:pt x="5373" y="12090"/>
                  </a:lnTo>
                  <a:lnTo>
                    <a:pt x="5349" y="11993"/>
                  </a:lnTo>
                  <a:lnTo>
                    <a:pt x="5349" y="11895"/>
                  </a:lnTo>
                  <a:lnTo>
                    <a:pt x="5349" y="11797"/>
                  </a:lnTo>
                  <a:lnTo>
                    <a:pt x="5373" y="11700"/>
                  </a:lnTo>
                  <a:lnTo>
                    <a:pt x="5422" y="11626"/>
                  </a:lnTo>
                  <a:lnTo>
                    <a:pt x="5496" y="11553"/>
                  </a:lnTo>
                  <a:lnTo>
                    <a:pt x="8036" y="9013"/>
                  </a:lnTo>
                  <a:lnTo>
                    <a:pt x="8109" y="8964"/>
                  </a:lnTo>
                  <a:lnTo>
                    <a:pt x="8182" y="8915"/>
                  </a:lnTo>
                  <a:lnTo>
                    <a:pt x="8280" y="8891"/>
                  </a:lnTo>
                  <a:lnTo>
                    <a:pt x="8377" y="8867"/>
                  </a:lnTo>
                  <a:close/>
                  <a:moveTo>
                    <a:pt x="14825" y="1"/>
                  </a:moveTo>
                  <a:lnTo>
                    <a:pt x="14288" y="25"/>
                  </a:lnTo>
                  <a:lnTo>
                    <a:pt x="13751" y="50"/>
                  </a:lnTo>
                  <a:lnTo>
                    <a:pt x="13213" y="123"/>
                  </a:lnTo>
                  <a:lnTo>
                    <a:pt x="12676" y="245"/>
                  </a:lnTo>
                  <a:lnTo>
                    <a:pt x="12163" y="367"/>
                  </a:lnTo>
                  <a:lnTo>
                    <a:pt x="11675" y="538"/>
                  </a:lnTo>
                  <a:lnTo>
                    <a:pt x="11235" y="758"/>
                  </a:lnTo>
                  <a:lnTo>
                    <a:pt x="11015" y="856"/>
                  </a:lnTo>
                  <a:lnTo>
                    <a:pt x="10844" y="1002"/>
                  </a:lnTo>
                  <a:lnTo>
                    <a:pt x="10649" y="1124"/>
                  </a:lnTo>
                  <a:lnTo>
                    <a:pt x="10502" y="1271"/>
                  </a:lnTo>
                  <a:lnTo>
                    <a:pt x="5544" y="6229"/>
                  </a:lnTo>
                  <a:lnTo>
                    <a:pt x="391" y="6229"/>
                  </a:lnTo>
                  <a:lnTo>
                    <a:pt x="245" y="6253"/>
                  </a:lnTo>
                  <a:lnTo>
                    <a:pt x="147" y="6278"/>
                  </a:lnTo>
                  <a:lnTo>
                    <a:pt x="49" y="6327"/>
                  </a:lnTo>
                  <a:lnTo>
                    <a:pt x="0" y="6400"/>
                  </a:lnTo>
                  <a:lnTo>
                    <a:pt x="0" y="6473"/>
                  </a:lnTo>
                  <a:lnTo>
                    <a:pt x="25" y="6571"/>
                  </a:lnTo>
                  <a:lnTo>
                    <a:pt x="74" y="6668"/>
                  </a:lnTo>
                  <a:lnTo>
                    <a:pt x="171" y="6791"/>
                  </a:lnTo>
                  <a:lnTo>
                    <a:pt x="2589" y="9184"/>
                  </a:lnTo>
                  <a:lnTo>
                    <a:pt x="2272" y="9502"/>
                  </a:lnTo>
                  <a:lnTo>
                    <a:pt x="953" y="9746"/>
                  </a:lnTo>
                  <a:lnTo>
                    <a:pt x="806" y="9795"/>
                  </a:lnTo>
                  <a:lnTo>
                    <a:pt x="684" y="9843"/>
                  </a:lnTo>
                  <a:lnTo>
                    <a:pt x="611" y="9941"/>
                  </a:lnTo>
                  <a:lnTo>
                    <a:pt x="562" y="10014"/>
                  </a:lnTo>
                  <a:lnTo>
                    <a:pt x="562" y="10112"/>
                  </a:lnTo>
                  <a:lnTo>
                    <a:pt x="586" y="10234"/>
                  </a:lnTo>
                  <a:lnTo>
                    <a:pt x="635" y="10332"/>
                  </a:lnTo>
                  <a:lnTo>
                    <a:pt x="733" y="10454"/>
                  </a:lnTo>
                  <a:lnTo>
                    <a:pt x="7278" y="16999"/>
                  </a:lnTo>
                  <a:lnTo>
                    <a:pt x="7401" y="17097"/>
                  </a:lnTo>
                  <a:lnTo>
                    <a:pt x="7498" y="17146"/>
                  </a:lnTo>
                  <a:lnTo>
                    <a:pt x="7620" y="17170"/>
                  </a:lnTo>
                  <a:lnTo>
                    <a:pt x="7718" y="17170"/>
                  </a:lnTo>
                  <a:lnTo>
                    <a:pt x="7791" y="17122"/>
                  </a:lnTo>
                  <a:lnTo>
                    <a:pt x="7889" y="17048"/>
                  </a:lnTo>
                  <a:lnTo>
                    <a:pt x="7938" y="16926"/>
                  </a:lnTo>
                  <a:lnTo>
                    <a:pt x="7987" y="16780"/>
                  </a:lnTo>
                  <a:lnTo>
                    <a:pt x="8231" y="15461"/>
                  </a:lnTo>
                  <a:lnTo>
                    <a:pt x="8548" y="15143"/>
                  </a:lnTo>
                  <a:lnTo>
                    <a:pt x="10942" y="17561"/>
                  </a:lnTo>
                  <a:lnTo>
                    <a:pt x="11064" y="17659"/>
                  </a:lnTo>
                  <a:lnTo>
                    <a:pt x="11162" y="17708"/>
                  </a:lnTo>
                  <a:lnTo>
                    <a:pt x="11259" y="17732"/>
                  </a:lnTo>
                  <a:lnTo>
                    <a:pt x="11333" y="17732"/>
                  </a:lnTo>
                  <a:lnTo>
                    <a:pt x="11406" y="17683"/>
                  </a:lnTo>
                  <a:lnTo>
                    <a:pt x="11455" y="17586"/>
                  </a:lnTo>
                  <a:lnTo>
                    <a:pt x="11479" y="17488"/>
                  </a:lnTo>
                  <a:lnTo>
                    <a:pt x="11504" y="17341"/>
                  </a:lnTo>
                  <a:lnTo>
                    <a:pt x="11504" y="12188"/>
                  </a:lnTo>
                  <a:lnTo>
                    <a:pt x="16461" y="7230"/>
                  </a:lnTo>
                  <a:lnTo>
                    <a:pt x="16608" y="7084"/>
                  </a:lnTo>
                  <a:lnTo>
                    <a:pt x="16730" y="6888"/>
                  </a:lnTo>
                  <a:lnTo>
                    <a:pt x="16877" y="6693"/>
                  </a:lnTo>
                  <a:lnTo>
                    <a:pt x="16974" y="6498"/>
                  </a:lnTo>
                  <a:lnTo>
                    <a:pt x="17194" y="6058"/>
                  </a:lnTo>
                  <a:lnTo>
                    <a:pt x="17365" y="5569"/>
                  </a:lnTo>
                  <a:lnTo>
                    <a:pt x="17487" y="5057"/>
                  </a:lnTo>
                  <a:lnTo>
                    <a:pt x="17609" y="4519"/>
                  </a:lnTo>
                  <a:lnTo>
                    <a:pt x="17683" y="3982"/>
                  </a:lnTo>
                  <a:lnTo>
                    <a:pt x="17707" y="3445"/>
                  </a:lnTo>
                  <a:lnTo>
                    <a:pt x="17731" y="2907"/>
                  </a:lnTo>
                  <a:lnTo>
                    <a:pt x="17731" y="2419"/>
                  </a:lnTo>
                  <a:lnTo>
                    <a:pt x="17707" y="1955"/>
                  </a:lnTo>
                  <a:lnTo>
                    <a:pt x="17658" y="1515"/>
                  </a:lnTo>
                  <a:lnTo>
                    <a:pt x="17585" y="1149"/>
                  </a:lnTo>
                  <a:lnTo>
                    <a:pt x="17512" y="831"/>
                  </a:lnTo>
                  <a:lnTo>
                    <a:pt x="17414" y="587"/>
                  </a:lnTo>
                  <a:lnTo>
                    <a:pt x="17341" y="489"/>
                  </a:lnTo>
                  <a:lnTo>
                    <a:pt x="17292" y="441"/>
                  </a:lnTo>
                  <a:lnTo>
                    <a:pt x="17243" y="392"/>
                  </a:lnTo>
                  <a:lnTo>
                    <a:pt x="17145" y="318"/>
                  </a:lnTo>
                  <a:lnTo>
                    <a:pt x="16901" y="221"/>
                  </a:lnTo>
                  <a:lnTo>
                    <a:pt x="16584" y="148"/>
                  </a:lnTo>
                  <a:lnTo>
                    <a:pt x="16217" y="74"/>
                  </a:lnTo>
                  <a:lnTo>
                    <a:pt x="15778" y="25"/>
                  </a:lnTo>
                  <a:lnTo>
                    <a:pt x="1531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2" name="Google Shape;217;p18">
              <a:extLst>
                <a:ext uri="{FF2B5EF4-FFF2-40B4-BE49-F238E27FC236}">
                  <a16:creationId xmlns:a16="http://schemas.microsoft.com/office/drawing/2014/main" id="{C05177AC-BAC0-0F98-64AA-DA57D834DB45}"/>
                </a:ext>
              </a:extLst>
            </p:cNvPr>
            <p:cNvSpPr/>
            <p:nvPr/>
          </p:nvSpPr>
          <p:spPr>
            <a:xfrm>
              <a:off x="597725" y="4665400"/>
              <a:ext cx="73300" cy="73300"/>
            </a:xfrm>
            <a:custGeom>
              <a:avLst/>
              <a:gdLst/>
              <a:ahLst/>
              <a:cxnLst/>
              <a:rect l="l" t="t" r="r" b="b"/>
              <a:pathLst>
                <a:path w="2932" h="2932" extrusionOk="0">
                  <a:moveTo>
                    <a:pt x="2028" y="1"/>
                  </a:moveTo>
                  <a:lnTo>
                    <a:pt x="1857" y="25"/>
                  </a:lnTo>
                  <a:lnTo>
                    <a:pt x="1686" y="74"/>
                  </a:lnTo>
                  <a:lnTo>
                    <a:pt x="1515" y="147"/>
                  </a:lnTo>
                  <a:lnTo>
                    <a:pt x="1369" y="269"/>
                  </a:lnTo>
                  <a:lnTo>
                    <a:pt x="1222" y="489"/>
                  </a:lnTo>
                  <a:lnTo>
                    <a:pt x="1002" y="831"/>
                  </a:lnTo>
                  <a:lnTo>
                    <a:pt x="563" y="1735"/>
                  </a:lnTo>
                  <a:lnTo>
                    <a:pt x="172" y="2565"/>
                  </a:lnTo>
                  <a:lnTo>
                    <a:pt x="1" y="2932"/>
                  </a:lnTo>
                  <a:lnTo>
                    <a:pt x="1" y="2932"/>
                  </a:lnTo>
                  <a:lnTo>
                    <a:pt x="367" y="2761"/>
                  </a:lnTo>
                  <a:lnTo>
                    <a:pt x="1198" y="2370"/>
                  </a:lnTo>
                  <a:lnTo>
                    <a:pt x="2101" y="1930"/>
                  </a:lnTo>
                  <a:lnTo>
                    <a:pt x="2443" y="1710"/>
                  </a:lnTo>
                  <a:lnTo>
                    <a:pt x="2663" y="1564"/>
                  </a:lnTo>
                  <a:lnTo>
                    <a:pt x="2785" y="1417"/>
                  </a:lnTo>
                  <a:lnTo>
                    <a:pt x="2858" y="1246"/>
                  </a:lnTo>
                  <a:lnTo>
                    <a:pt x="2907" y="1075"/>
                  </a:lnTo>
                  <a:lnTo>
                    <a:pt x="2932" y="904"/>
                  </a:lnTo>
                  <a:lnTo>
                    <a:pt x="2907" y="733"/>
                  </a:lnTo>
                  <a:lnTo>
                    <a:pt x="2858" y="562"/>
                  </a:lnTo>
                  <a:lnTo>
                    <a:pt x="2785" y="416"/>
                  </a:lnTo>
                  <a:lnTo>
                    <a:pt x="2663" y="269"/>
                  </a:lnTo>
                  <a:lnTo>
                    <a:pt x="2517" y="147"/>
                  </a:lnTo>
                  <a:lnTo>
                    <a:pt x="2370" y="74"/>
                  </a:lnTo>
                  <a:lnTo>
                    <a:pt x="2199" y="25"/>
                  </a:lnTo>
                  <a:lnTo>
                    <a:pt x="202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3" name="Google Shape;218;p18">
              <a:extLst>
                <a:ext uri="{FF2B5EF4-FFF2-40B4-BE49-F238E27FC236}">
                  <a16:creationId xmlns:a16="http://schemas.microsoft.com/office/drawing/2014/main" id="{54AD852D-47B9-3570-BFCB-90A04BB7696A}"/>
                </a:ext>
              </a:extLst>
            </p:cNvPr>
            <p:cNvSpPr/>
            <p:nvPr/>
          </p:nvSpPr>
          <p:spPr>
            <a:xfrm>
              <a:off x="654525" y="4708150"/>
              <a:ext cx="47025" cy="47025"/>
            </a:xfrm>
            <a:custGeom>
              <a:avLst/>
              <a:gdLst/>
              <a:ahLst/>
              <a:cxnLst/>
              <a:rect l="l" t="t" r="r" b="b"/>
              <a:pathLst>
                <a:path w="1881" h="1881" extrusionOk="0">
                  <a:moveTo>
                    <a:pt x="1124" y="0"/>
                  </a:moveTo>
                  <a:lnTo>
                    <a:pt x="977" y="25"/>
                  </a:lnTo>
                  <a:lnTo>
                    <a:pt x="831" y="74"/>
                  </a:lnTo>
                  <a:lnTo>
                    <a:pt x="709" y="147"/>
                  </a:lnTo>
                  <a:lnTo>
                    <a:pt x="586" y="245"/>
                  </a:lnTo>
                  <a:lnTo>
                    <a:pt x="464" y="391"/>
                  </a:lnTo>
                  <a:lnTo>
                    <a:pt x="367" y="611"/>
                  </a:lnTo>
                  <a:lnTo>
                    <a:pt x="269" y="880"/>
                  </a:lnTo>
                  <a:lnTo>
                    <a:pt x="171" y="1173"/>
                  </a:lnTo>
                  <a:lnTo>
                    <a:pt x="49" y="1686"/>
                  </a:lnTo>
                  <a:lnTo>
                    <a:pt x="0" y="1881"/>
                  </a:lnTo>
                  <a:lnTo>
                    <a:pt x="0" y="1881"/>
                  </a:lnTo>
                  <a:lnTo>
                    <a:pt x="220" y="1857"/>
                  </a:lnTo>
                  <a:lnTo>
                    <a:pt x="733" y="1710"/>
                  </a:lnTo>
                  <a:lnTo>
                    <a:pt x="1002" y="1637"/>
                  </a:lnTo>
                  <a:lnTo>
                    <a:pt x="1270" y="1539"/>
                  </a:lnTo>
                  <a:lnTo>
                    <a:pt x="1515" y="1417"/>
                  </a:lnTo>
                  <a:lnTo>
                    <a:pt x="1661" y="1319"/>
                  </a:lnTo>
                  <a:lnTo>
                    <a:pt x="1759" y="1197"/>
                  </a:lnTo>
                  <a:lnTo>
                    <a:pt x="1832" y="1051"/>
                  </a:lnTo>
                  <a:lnTo>
                    <a:pt x="1881" y="928"/>
                  </a:lnTo>
                  <a:lnTo>
                    <a:pt x="1881" y="782"/>
                  </a:lnTo>
                  <a:lnTo>
                    <a:pt x="1881" y="635"/>
                  </a:lnTo>
                  <a:lnTo>
                    <a:pt x="1832" y="489"/>
                  </a:lnTo>
                  <a:lnTo>
                    <a:pt x="1759" y="367"/>
                  </a:lnTo>
                  <a:lnTo>
                    <a:pt x="1661" y="245"/>
                  </a:lnTo>
                  <a:lnTo>
                    <a:pt x="1539" y="147"/>
                  </a:lnTo>
                  <a:lnTo>
                    <a:pt x="1417" y="74"/>
                  </a:lnTo>
                  <a:lnTo>
                    <a:pt x="1270" y="25"/>
                  </a:lnTo>
                  <a:lnTo>
                    <a:pt x="112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14" name="Google Shape;219;p18">
              <a:extLst>
                <a:ext uri="{FF2B5EF4-FFF2-40B4-BE49-F238E27FC236}">
                  <a16:creationId xmlns:a16="http://schemas.microsoft.com/office/drawing/2014/main" id="{5424B75B-FE17-7B62-484B-6DD5F9ADB69F}"/>
                </a:ext>
              </a:extLst>
            </p:cNvPr>
            <p:cNvSpPr/>
            <p:nvPr/>
          </p:nvSpPr>
          <p:spPr>
            <a:xfrm>
              <a:off x="581250" y="4634875"/>
              <a:ext cx="47050" cy="47050"/>
            </a:xfrm>
            <a:custGeom>
              <a:avLst/>
              <a:gdLst/>
              <a:ahLst/>
              <a:cxnLst/>
              <a:rect l="l" t="t" r="r" b="b"/>
              <a:pathLst>
                <a:path w="1882" h="1882" extrusionOk="0">
                  <a:moveTo>
                    <a:pt x="953" y="1"/>
                  </a:moveTo>
                  <a:lnTo>
                    <a:pt x="831" y="49"/>
                  </a:lnTo>
                  <a:lnTo>
                    <a:pt x="684" y="123"/>
                  </a:lnTo>
                  <a:lnTo>
                    <a:pt x="562" y="220"/>
                  </a:lnTo>
                  <a:lnTo>
                    <a:pt x="465" y="367"/>
                  </a:lnTo>
                  <a:lnTo>
                    <a:pt x="342" y="611"/>
                  </a:lnTo>
                  <a:lnTo>
                    <a:pt x="245" y="880"/>
                  </a:lnTo>
                  <a:lnTo>
                    <a:pt x="171" y="1148"/>
                  </a:lnTo>
                  <a:lnTo>
                    <a:pt x="25" y="1661"/>
                  </a:lnTo>
                  <a:lnTo>
                    <a:pt x="1" y="1881"/>
                  </a:lnTo>
                  <a:lnTo>
                    <a:pt x="196" y="1832"/>
                  </a:lnTo>
                  <a:lnTo>
                    <a:pt x="709" y="1710"/>
                  </a:lnTo>
                  <a:lnTo>
                    <a:pt x="1002" y="1613"/>
                  </a:lnTo>
                  <a:lnTo>
                    <a:pt x="1271" y="1515"/>
                  </a:lnTo>
                  <a:lnTo>
                    <a:pt x="1490" y="1417"/>
                  </a:lnTo>
                  <a:lnTo>
                    <a:pt x="1637" y="1295"/>
                  </a:lnTo>
                  <a:lnTo>
                    <a:pt x="1735" y="1173"/>
                  </a:lnTo>
                  <a:lnTo>
                    <a:pt x="1808" y="1051"/>
                  </a:lnTo>
                  <a:lnTo>
                    <a:pt x="1857" y="904"/>
                  </a:lnTo>
                  <a:lnTo>
                    <a:pt x="1881" y="758"/>
                  </a:lnTo>
                  <a:lnTo>
                    <a:pt x="1857" y="611"/>
                  </a:lnTo>
                  <a:lnTo>
                    <a:pt x="1808" y="465"/>
                  </a:lnTo>
                  <a:lnTo>
                    <a:pt x="1735" y="343"/>
                  </a:lnTo>
                  <a:lnTo>
                    <a:pt x="1637" y="220"/>
                  </a:lnTo>
                  <a:lnTo>
                    <a:pt x="1515" y="123"/>
                  </a:lnTo>
                  <a:lnTo>
                    <a:pt x="1393" y="49"/>
                  </a:lnTo>
                  <a:lnTo>
                    <a:pt x="124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</p:grpSp>
      <p:sp>
        <p:nvSpPr>
          <p:cNvPr id="15" name="Google Shape;220;p18">
            <a:extLst>
              <a:ext uri="{FF2B5EF4-FFF2-40B4-BE49-F238E27FC236}">
                <a16:creationId xmlns:a16="http://schemas.microsoft.com/office/drawing/2014/main" id="{2A18693E-6CF7-E566-0798-07B84F41E3AD}"/>
              </a:ext>
            </a:extLst>
          </p:cNvPr>
          <p:cNvSpPr/>
          <p:nvPr/>
        </p:nvSpPr>
        <p:spPr>
          <a:xfrm rot="2466689">
            <a:off x="9603150" y="4383914"/>
            <a:ext cx="294001" cy="280722"/>
          </a:xfrm>
          <a:custGeom>
            <a:avLst/>
            <a:gdLst/>
            <a:ahLst/>
            <a:cxnLst/>
            <a:rect l="l" t="t" r="r" b="b"/>
            <a:pathLst>
              <a:path w="15144" h="14460" extrusionOk="0">
                <a:moveTo>
                  <a:pt x="7572" y="1"/>
                </a:moveTo>
                <a:lnTo>
                  <a:pt x="7499" y="25"/>
                </a:lnTo>
                <a:lnTo>
                  <a:pt x="7401" y="74"/>
                </a:lnTo>
                <a:lnTo>
                  <a:pt x="7328" y="172"/>
                </a:lnTo>
                <a:lnTo>
                  <a:pt x="7255" y="294"/>
                </a:lnTo>
                <a:lnTo>
                  <a:pt x="5594" y="4104"/>
                </a:lnTo>
                <a:lnTo>
                  <a:pt x="5521" y="4226"/>
                </a:lnTo>
                <a:lnTo>
                  <a:pt x="5398" y="4373"/>
                </a:lnTo>
                <a:lnTo>
                  <a:pt x="5276" y="4495"/>
                </a:lnTo>
                <a:lnTo>
                  <a:pt x="5130" y="4617"/>
                </a:lnTo>
                <a:lnTo>
                  <a:pt x="4983" y="4715"/>
                </a:lnTo>
                <a:lnTo>
                  <a:pt x="4812" y="4788"/>
                </a:lnTo>
                <a:lnTo>
                  <a:pt x="4666" y="4861"/>
                </a:lnTo>
                <a:lnTo>
                  <a:pt x="4495" y="4886"/>
                </a:lnTo>
                <a:lnTo>
                  <a:pt x="392" y="5301"/>
                </a:lnTo>
                <a:lnTo>
                  <a:pt x="245" y="5325"/>
                </a:lnTo>
                <a:lnTo>
                  <a:pt x="123" y="5374"/>
                </a:lnTo>
                <a:lnTo>
                  <a:pt x="50" y="5423"/>
                </a:lnTo>
                <a:lnTo>
                  <a:pt x="1" y="5521"/>
                </a:lnTo>
                <a:lnTo>
                  <a:pt x="1" y="5594"/>
                </a:lnTo>
                <a:lnTo>
                  <a:pt x="25" y="5692"/>
                </a:lnTo>
                <a:lnTo>
                  <a:pt x="74" y="5789"/>
                </a:lnTo>
                <a:lnTo>
                  <a:pt x="196" y="5911"/>
                </a:lnTo>
                <a:lnTo>
                  <a:pt x="3274" y="8647"/>
                </a:lnTo>
                <a:lnTo>
                  <a:pt x="3396" y="8769"/>
                </a:lnTo>
                <a:lnTo>
                  <a:pt x="3493" y="8915"/>
                </a:lnTo>
                <a:lnTo>
                  <a:pt x="3567" y="9086"/>
                </a:lnTo>
                <a:lnTo>
                  <a:pt x="3640" y="9257"/>
                </a:lnTo>
                <a:lnTo>
                  <a:pt x="3689" y="9428"/>
                </a:lnTo>
                <a:lnTo>
                  <a:pt x="3713" y="9599"/>
                </a:lnTo>
                <a:lnTo>
                  <a:pt x="3713" y="9770"/>
                </a:lnTo>
                <a:lnTo>
                  <a:pt x="3689" y="9941"/>
                </a:lnTo>
                <a:lnTo>
                  <a:pt x="2810" y="13995"/>
                </a:lnTo>
                <a:lnTo>
                  <a:pt x="2785" y="14142"/>
                </a:lnTo>
                <a:lnTo>
                  <a:pt x="2810" y="14240"/>
                </a:lnTo>
                <a:lnTo>
                  <a:pt x="2834" y="14337"/>
                </a:lnTo>
                <a:lnTo>
                  <a:pt x="2883" y="14411"/>
                </a:lnTo>
                <a:lnTo>
                  <a:pt x="2981" y="14435"/>
                </a:lnTo>
                <a:lnTo>
                  <a:pt x="3078" y="14459"/>
                </a:lnTo>
                <a:lnTo>
                  <a:pt x="3200" y="14411"/>
                </a:lnTo>
                <a:lnTo>
                  <a:pt x="3322" y="14362"/>
                </a:lnTo>
                <a:lnTo>
                  <a:pt x="6888" y="12261"/>
                </a:lnTo>
                <a:lnTo>
                  <a:pt x="7035" y="12188"/>
                </a:lnTo>
                <a:lnTo>
                  <a:pt x="7206" y="12139"/>
                </a:lnTo>
                <a:lnTo>
                  <a:pt x="7401" y="12115"/>
                </a:lnTo>
                <a:lnTo>
                  <a:pt x="7743" y="12115"/>
                </a:lnTo>
                <a:lnTo>
                  <a:pt x="7938" y="12139"/>
                </a:lnTo>
                <a:lnTo>
                  <a:pt x="8109" y="12188"/>
                </a:lnTo>
                <a:lnTo>
                  <a:pt x="8256" y="12261"/>
                </a:lnTo>
                <a:lnTo>
                  <a:pt x="11822" y="14362"/>
                </a:lnTo>
                <a:lnTo>
                  <a:pt x="11944" y="14411"/>
                </a:lnTo>
                <a:lnTo>
                  <a:pt x="12066" y="14459"/>
                </a:lnTo>
                <a:lnTo>
                  <a:pt x="12164" y="14435"/>
                </a:lnTo>
                <a:lnTo>
                  <a:pt x="12261" y="14411"/>
                </a:lnTo>
                <a:lnTo>
                  <a:pt x="12310" y="14337"/>
                </a:lnTo>
                <a:lnTo>
                  <a:pt x="12335" y="14240"/>
                </a:lnTo>
                <a:lnTo>
                  <a:pt x="12359" y="14142"/>
                </a:lnTo>
                <a:lnTo>
                  <a:pt x="12335" y="13995"/>
                </a:lnTo>
                <a:lnTo>
                  <a:pt x="11455" y="9941"/>
                </a:lnTo>
                <a:lnTo>
                  <a:pt x="11431" y="9770"/>
                </a:lnTo>
                <a:lnTo>
                  <a:pt x="11431" y="9599"/>
                </a:lnTo>
                <a:lnTo>
                  <a:pt x="11455" y="9428"/>
                </a:lnTo>
                <a:lnTo>
                  <a:pt x="11504" y="9257"/>
                </a:lnTo>
                <a:lnTo>
                  <a:pt x="11577" y="9086"/>
                </a:lnTo>
                <a:lnTo>
                  <a:pt x="11651" y="8915"/>
                </a:lnTo>
                <a:lnTo>
                  <a:pt x="11748" y="8769"/>
                </a:lnTo>
                <a:lnTo>
                  <a:pt x="11870" y="8647"/>
                </a:lnTo>
                <a:lnTo>
                  <a:pt x="14948" y="5911"/>
                </a:lnTo>
                <a:lnTo>
                  <a:pt x="15070" y="5789"/>
                </a:lnTo>
                <a:lnTo>
                  <a:pt x="15119" y="5692"/>
                </a:lnTo>
                <a:lnTo>
                  <a:pt x="15143" y="5594"/>
                </a:lnTo>
                <a:lnTo>
                  <a:pt x="15143" y="5521"/>
                </a:lnTo>
                <a:lnTo>
                  <a:pt x="15094" y="5423"/>
                </a:lnTo>
                <a:lnTo>
                  <a:pt x="15021" y="5374"/>
                </a:lnTo>
                <a:lnTo>
                  <a:pt x="14899" y="5325"/>
                </a:lnTo>
                <a:lnTo>
                  <a:pt x="14752" y="5301"/>
                </a:lnTo>
                <a:lnTo>
                  <a:pt x="10649" y="4886"/>
                </a:lnTo>
                <a:lnTo>
                  <a:pt x="10478" y="4861"/>
                </a:lnTo>
                <a:lnTo>
                  <a:pt x="10332" y="4788"/>
                </a:lnTo>
                <a:lnTo>
                  <a:pt x="10161" y="4715"/>
                </a:lnTo>
                <a:lnTo>
                  <a:pt x="10014" y="4617"/>
                </a:lnTo>
                <a:lnTo>
                  <a:pt x="9868" y="4495"/>
                </a:lnTo>
                <a:lnTo>
                  <a:pt x="9746" y="4373"/>
                </a:lnTo>
                <a:lnTo>
                  <a:pt x="9624" y="4226"/>
                </a:lnTo>
                <a:lnTo>
                  <a:pt x="9550" y="4104"/>
                </a:lnTo>
                <a:lnTo>
                  <a:pt x="7890" y="294"/>
                </a:lnTo>
                <a:lnTo>
                  <a:pt x="7816" y="172"/>
                </a:lnTo>
                <a:lnTo>
                  <a:pt x="7743" y="74"/>
                </a:lnTo>
                <a:lnTo>
                  <a:pt x="7645" y="25"/>
                </a:lnTo>
                <a:lnTo>
                  <a:pt x="7572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endParaRPr sz="1050"/>
          </a:p>
        </p:txBody>
      </p:sp>
      <p:sp>
        <p:nvSpPr>
          <p:cNvPr id="16" name="Google Shape;221;p18">
            <a:extLst>
              <a:ext uri="{FF2B5EF4-FFF2-40B4-BE49-F238E27FC236}">
                <a16:creationId xmlns:a16="http://schemas.microsoft.com/office/drawing/2014/main" id="{67136AD0-304E-A13B-590B-26944DF140DA}"/>
              </a:ext>
            </a:extLst>
          </p:cNvPr>
          <p:cNvSpPr/>
          <p:nvPr/>
        </p:nvSpPr>
        <p:spPr>
          <a:xfrm rot="-1609379">
            <a:off x="10033095" y="4560534"/>
            <a:ext cx="211562" cy="202006"/>
          </a:xfrm>
          <a:custGeom>
            <a:avLst/>
            <a:gdLst/>
            <a:ahLst/>
            <a:cxnLst/>
            <a:rect l="l" t="t" r="r" b="b"/>
            <a:pathLst>
              <a:path w="15144" h="14460" extrusionOk="0">
                <a:moveTo>
                  <a:pt x="7572" y="1"/>
                </a:moveTo>
                <a:lnTo>
                  <a:pt x="7499" y="25"/>
                </a:lnTo>
                <a:lnTo>
                  <a:pt x="7401" y="74"/>
                </a:lnTo>
                <a:lnTo>
                  <a:pt x="7328" y="172"/>
                </a:lnTo>
                <a:lnTo>
                  <a:pt x="7255" y="294"/>
                </a:lnTo>
                <a:lnTo>
                  <a:pt x="5594" y="4104"/>
                </a:lnTo>
                <a:lnTo>
                  <a:pt x="5521" y="4226"/>
                </a:lnTo>
                <a:lnTo>
                  <a:pt x="5398" y="4373"/>
                </a:lnTo>
                <a:lnTo>
                  <a:pt x="5276" y="4495"/>
                </a:lnTo>
                <a:lnTo>
                  <a:pt x="5130" y="4617"/>
                </a:lnTo>
                <a:lnTo>
                  <a:pt x="4983" y="4715"/>
                </a:lnTo>
                <a:lnTo>
                  <a:pt x="4812" y="4788"/>
                </a:lnTo>
                <a:lnTo>
                  <a:pt x="4666" y="4861"/>
                </a:lnTo>
                <a:lnTo>
                  <a:pt x="4495" y="4886"/>
                </a:lnTo>
                <a:lnTo>
                  <a:pt x="392" y="5301"/>
                </a:lnTo>
                <a:lnTo>
                  <a:pt x="245" y="5325"/>
                </a:lnTo>
                <a:lnTo>
                  <a:pt x="123" y="5374"/>
                </a:lnTo>
                <a:lnTo>
                  <a:pt x="50" y="5423"/>
                </a:lnTo>
                <a:lnTo>
                  <a:pt x="1" y="5521"/>
                </a:lnTo>
                <a:lnTo>
                  <a:pt x="1" y="5594"/>
                </a:lnTo>
                <a:lnTo>
                  <a:pt x="25" y="5692"/>
                </a:lnTo>
                <a:lnTo>
                  <a:pt x="74" y="5789"/>
                </a:lnTo>
                <a:lnTo>
                  <a:pt x="196" y="5911"/>
                </a:lnTo>
                <a:lnTo>
                  <a:pt x="3274" y="8647"/>
                </a:lnTo>
                <a:lnTo>
                  <a:pt x="3396" y="8769"/>
                </a:lnTo>
                <a:lnTo>
                  <a:pt x="3493" y="8915"/>
                </a:lnTo>
                <a:lnTo>
                  <a:pt x="3567" y="9086"/>
                </a:lnTo>
                <a:lnTo>
                  <a:pt x="3640" y="9257"/>
                </a:lnTo>
                <a:lnTo>
                  <a:pt x="3689" y="9428"/>
                </a:lnTo>
                <a:lnTo>
                  <a:pt x="3713" y="9599"/>
                </a:lnTo>
                <a:lnTo>
                  <a:pt x="3713" y="9770"/>
                </a:lnTo>
                <a:lnTo>
                  <a:pt x="3689" y="9941"/>
                </a:lnTo>
                <a:lnTo>
                  <a:pt x="2810" y="13995"/>
                </a:lnTo>
                <a:lnTo>
                  <a:pt x="2785" y="14142"/>
                </a:lnTo>
                <a:lnTo>
                  <a:pt x="2810" y="14240"/>
                </a:lnTo>
                <a:lnTo>
                  <a:pt x="2834" y="14337"/>
                </a:lnTo>
                <a:lnTo>
                  <a:pt x="2883" y="14411"/>
                </a:lnTo>
                <a:lnTo>
                  <a:pt x="2981" y="14435"/>
                </a:lnTo>
                <a:lnTo>
                  <a:pt x="3078" y="14459"/>
                </a:lnTo>
                <a:lnTo>
                  <a:pt x="3200" y="14411"/>
                </a:lnTo>
                <a:lnTo>
                  <a:pt x="3322" y="14362"/>
                </a:lnTo>
                <a:lnTo>
                  <a:pt x="6888" y="12261"/>
                </a:lnTo>
                <a:lnTo>
                  <a:pt x="7035" y="12188"/>
                </a:lnTo>
                <a:lnTo>
                  <a:pt x="7206" y="12139"/>
                </a:lnTo>
                <a:lnTo>
                  <a:pt x="7401" y="12115"/>
                </a:lnTo>
                <a:lnTo>
                  <a:pt x="7743" y="12115"/>
                </a:lnTo>
                <a:lnTo>
                  <a:pt x="7938" y="12139"/>
                </a:lnTo>
                <a:lnTo>
                  <a:pt x="8109" y="12188"/>
                </a:lnTo>
                <a:lnTo>
                  <a:pt x="8256" y="12261"/>
                </a:lnTo>
                <a:lnTo>
                  <a:pt x="11822" y="14362"/>
                </a:lnTo>
                <a:lnTo>
                  <a:pt x="11944" y="14411"/>
                </a:lnTo>
                <a:lnTo>
                  <a:pt x="12066" y="14459"/>
                </a:lnTo>
                <a:lnTo>
                  <a:pt x="12164" y="14435"/>
                </a:lnTo>
                <a:lnTo>
                  <a:pt x="12261" y="14411"/>
                </a:lnTo>
                <a:lnTo>
                  <a:pt x="12310" y="14337"/>
                </a:lnTo>
                <a:lnTo>
                  <a:pt x="12335" y="14240"/>
                </a:lnTo>
                <a:lnTo>
                  <a:pt x="12359" y="14142"/>
                </a:lnTo>
                <a:lnTo>
                  <a:pt x="12335" y="13995"/>
                </a:lnTo>
                <a:lnTo>
                  <a:pt x="11455" y="9941"/>
                </a:lnTo>
                <a:lnTo>
                  <a:pt x="11431" y="9770"/>
                </a:lnTo>
                <a:lnTo>
                  <a:pt x="11431" y="9599"/>
                </a:lnTo>
                <a:lnTo>
                  <a:pt x="11455" y="9428"/>
                </a:lnTo>
                <a:lnTo>
                  <a:pt x="11504" y="9257"/>
                </a:lnTo>
                <a:lnTo>
                  <a:pt x="11577" y="9086"/>
                </a:lnTo>
                <a:lnTo>
                  <a:pt x="11651" y="8915"/>
                </a:lnTo>
                <a:lnTo>
                  <a:pt x="11748" y="8769"/>
                </a:lnTo>
                <a:lnTo>
                  <a:pt x="11870" y="8647"/>
                </a:lnTo>
                <a:lnTo>
                  <a:pt x="14948" y="5911"/>
                </a:lnTo>
                <a:lnTo>
                  <a:pt x="15070" y="5789"/>
                </a:lnTo>
                <a:lnTo>
                  <a:pt x="15119" y="5692"/>
                </a:lnTo>
                <a:lnTo>
                  <a:pt x="15143" y="5594"/>
                </a:lnTo>
                <a:lnTo>
                  <a:pt x="15143" y="5521"/>
                </a:lnTo>
                <a:lnTo>
                  <a:pt x="15094" y="5423"/>
                </a:lnTo>
                <a:lnTo>
                  <a:pt x="15021" y="5374"/>
                </a:lnTo>
                <a:lnTo>
                  <a:pt x="14899" y="5325"/>
                </a:lnTo>
                <a:lnTo>
                  <a:pt x="14752" y="5301"/>
                </a:lnTo>
                <a:lnTo>
                  <a:pt x="10649" y="4886"/>
                </a:lnTo>
                <a:lnTo>
                  <a:pt x="10478" y="4861"/>
                </a:lnTo>
                <a:lnTo>
                  <a:pt x="10332" y="4788"/>
                </a:lnTo>
                <a:lnTo>
                  <a:pt x="10161" y="4715"/>
                </a:lnTo>
                <a:lnTo>
                  <a:pt x="10014" y="4617"/>
                </a:lnTo>
                <a:lnTo>
                  <a:pt x="9868" y="4495"/>
                </a:lnTo>
                <a:lnTo>
                  <a:pt x="9746" y="4373"/>
                </a:lnTo>
                <a:lnTo>
                  <a:pt x="9624" y="4226"/>
                </a:lnTo>
                <a:lnTo>
                  <a:pt x="9550" y="4104"/>
                </a:lnTo>
                <a:lnTo>
                  <a:pt x="7890" y="294"/>
                </a:lnTo>
                <a:lnTo>
                  <a:pt x="7816" y="172"/>
                </a:lnTo>
                <a:lnTo>
                  <a:pt x="7743" y="74"/>
                </a:lnTo>
                <a:lnTo>
                  <a:pt x="7645" y="25"/>
                </a:lnTo>
                <a:lnTo>
                  <a:pt x="7572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endParaRPr sz="1050"/>
          </a:p>
        </p:txBody>
      </p:sp>
      <p:sp>
        <p:nvSpPr>
          <p:cNvPr id="17" name="Google Shape;222;p18">
            <a:extLst>
              <a:ext uri="{FF2B5EF4-FFF2-40B4-BE49-F238E27FC236}">
                <a16:creationId xmlns:a16="http://schemas.microsoft.com/office/drawing/2014/main" id="{64076F90-BD86-64D9-A780-A464751094B7}"/>
              </a:ext>
            </a:extLst>
          </p:cNvPr>
          <p:cNvSpPr/>
          <p:nvPr/>
        </p:nvSpPr>
        <p:spPr>
          <a:xfrm rot="2925831">
            <a:off x="11315898" y="4720571"/>
            <a:ext cx="158438" cy="151283"/>
          </a:xfrm>
          <a:custGeom>
            <a:avLst/>
            <a:gdLst/>
            <a:ahLst/>
            <a:cxnLst/>
            <a:rect l="l" t="t" r="r" b="b"/>
            <a:pathLst>
              <a:path w="15144" h="14460" extrusionOk="0">
                <a:moveTo>
                  <a:pt x="7572" y="1"/>
                </a:moveTo>
                <a:lnTo>
                  <a:pt x="7499" y="25"/>
                </a:lnTo>
                <a:lnTo>
                  <a:pt x="7401" y="74"/>
                </a:lnTo>
                <a:lnTo>
                  <a:pt x="7328" y="172"/>
                </a:lnTo>
                <a:lnTo>
                  <a:pt x="7255" y="294"/>
                </a:lnTo>
                <a:lnTo>
                  <a:pt x="5594" y="4104"/>
                </a:lnTo>
                <a:lnTo>
                  <a:pt x="5521" y="4226"/>
                </a:lnTo>
                <a:lnTo>
                  <a:pt x="5398" y="4373"/>
                </a:lnTo>
                <a:lnTo>
                  <a:pt x="5276" y="4495"/>
                </a:lnTo>
                <a:lnTo>
                  <a:pt x="5130" y="4617"/>
                </a:lnTo>
                <a:lnTo>
                  <a:pt x="4983" y="4715"/>
                </a:lnTo>
                <a:lnTo>
                  <a:pt x="4812" y="4788"/>
                </a:lnTo>
                <a:lnTo>
                  <a:pt x="4666" y="4861"/>
                </a:lnTo>
                <a:lnTo>
                  <a:pt x="4495" y="4886"/>
                </a:lnTo>
                <a:lnTo>
                  <a:pt x="392" y="5301"/>
                </a:lnTo>
                <a:lnTo>
                  <a:pt x="245" y="5325"/>
                </a:lnTo>
                <a:lnTo>
                  <a:pt x="123" y="5374"/>
                </a:lnTo>
                <a:lnTo>
                  <a:pt x="50" y="5423"/>
                </a:lnTo>
                <a:lnTo>
                  <a:pt x="1" y="5521"/>
                </a:lnTo>
                <a:lnTo>
                  <a:pt x="1" y="5594"/>
                </a:lnTo>
                <a:lnTo>
                  <a:pt x="25" y="5692"/>
                </a:lnTo>
                <a:lnTo>
                  <a:pt x="74" y="5789"/>
                </a:lnTo>
                <a:lnTo>
                  <a:pt x="196" y="5911"/>
                </a:lnTo>
                <a:lnTo>
                  <a:pt x="3274" y="8647"/>
                </a:lnTo>
                <a:lnTo>
                  <a:pt x="3396" y="8769"/>
                </a:lnTo>
                <a:lnTo>
                  <a:pt x="3493" y="8915"/>
                </a:lnTo>
                <a:lnTo>
                  <a:pt x="3567" y="9086"/>
                </a:lnTo>
                <a:lnTo>
                  <a:pt x="3640" y="9257"/>
                </a:lnTo>
                <a:lnTo>
                  <a:pt x="3689" y="9428"/>
                </a:lnTo>
                <a:lnTo>
                  <a:pt x="3713" y="9599"/>
                </a:lnTo>
                <a:lnTo>
                  <a:pt x="3713" y="9770"/>
                </a:lnTo>
                <a:lnTo>
                  <a:pt x="3689" y="9941"/>
                </a:lnTo>
                <a:lnTo>
                  <a:pt x="2810" y="13995"/>
                </a:lnTo>
                <a:lnTo>
                  <a:pt x="2785" y="14142"/>
                </a:lnTo>
                <a:lnTo>
                  <a:pt x="2810" y="14240"/>
                </a:lnTo>
                <a:lnTo>
                  <a:pt x="2834" y="14337"/>
                </a:lnTo>
                <a:lnTo>
                  <a:pt x="2883" y="14411"/>
                </a:lnTo>
                <a:lnTo>
                  <a:pt x="2981" y="14435"/>
                </a:lnTo>
                <a:lnTo>
                  <a:pt x="3078" y="14459"/>
                </a:lnTo>
                <a:lnTo>
                  <a:pt x="3200" y="14411"/>
                </a:lnTo>
                <a:lnTo>
                  <a:pt x="3322" y="14362"/>
                </a:lnTo>
                <a:lnTo>
                  <a:pt x="6888" y="12261"/>
                </a:lnTo>
                <a:lnTo>
                  <a:pt x="7035" y="12188"/>
                </a:lnTo>
                <a:lnTo>
                  <a:pt x="7206" y="12139"/>
                </a:lnTo>
                <a:lnTo>
                  <a:pt x="7401" y="12115"/>
                </a:lnTo>
                <a:lnTo>
                  <a:pt x="7743" y="12115"/>
                </a:lnTo>
                <a:lnTo>
                  <a:pt x="7938" y="12139"/>
                </a:lnTo>
                <a:lnTo>
                  <a:pt x="8109" y="12188"/>
                </a:lnTo>
                <a:lnTo>
                  <a:pt x="8256" y="12261"/>
                </a:lnTo>
                <a:lnTo>
                  <a:pt x="11822" y="14362"/>
                </a:lnTo>
                <a:lnTo>
                  <a:pt x="11944" y="14411"/>
                </a:lnTo>
                <a:lnTo>
                  <a:pt x="12066" y="14459"/>
                </a:lnTo>
                <a:lnTo>
                  <a:pt x="12164" y="14435"/>
                </a:lnTo>
                <a:lnTo>
                  <a:pt x="12261" y="14411"/>
                </a:lnTo>
                <a:lnTo>
                  <a:pt x="12310" y="14337"/>
                </a:lnTo>
                <a:lnTo>
                  <a:pt x="12335" y="14240"/>
                </a:lnTo>
                <a:lnTo>
                  <a:pt x="12359" y="14142"/>
                </a:lnTo>
                <a:lnTo>
                  <a:pt x="12335" y="13995"/>
                </a:lnTo>
                <a:lnTo>
                  <a:pt x="11455" y="9941"/>
                </a:lnTo>
                <a:lnTo>
                  <a:pt x="11431" y="9770"/>
                </a:lnTo>
                <a:lnTo>
                  <a:pt x="11431" y="9599"/>
                </a:lnTo>
                <a:lnTo>
                  <a:pt x="11455" y="9428"/>
                </a:lnTo>
                <a:lnTo>
                  <a:pt x="11504" y="9257"/>
                </a:lnTo>
                <a:lnTo>
                  <a:pt x="11577" y="9086"/>
                </a:lnTo>
                <a:lnTo>
                  <a:pt x="11651" y="8915"/>
                </a:lnTo>
                <a:lnTo>
                  <a:pt x="11748" y="8769"/>
                </a:lnTo>
                <a:lnTo>
                  <a:pt x="11870" y="8647"/>
                </a:lnTo>
                <a:lnTo>
                  <a:pt x="14948" y="5911"/>
                </a:lnTo>
                <a:lnTo>
                  <a:pt x="15070" y="5789"/>
                </a:lnTo>
                <a:lnTo>
                  <a:pt x="15119" y="5692"/>
                </a:lnTo>
                <a:lnTo>
                  <a:pt x="15143" y="5594"/>
                </a:lnTo>
                <a:lnTo>
                  <a:pt x="15143" y="5521"/>
                </a:lnTo>
                <a:lnTo>
                  <a:pt x="15094" y="5423"/>
                </a:lnTo>
                <a:lnTo>
                  <a:pt x="15021" y="5374"/>
                </a:lnTo>
                <a:lnTo>
                  <a:pt x="14899" y="5325"/>
                </a:lnTo>
                <a:lnTo>
                  <a:pt x="14752" y="5301"/>
                </a:lnTo>
                <a:lnTo>
                  <a:pt x="10649" y="4886"/>
                </a:lnTo>
                <a:lnTo>
                  <a:pt x="10478" y="4861"/>
                </a:lnTo>
                <a:lnTo>
                  <a:pt x="10332" y="4788"/>
                </a:lnTo>
                <a:lnTo>
                  <a:pt x="10161" y="4715"/>
                </a:lnTo>
                <a:lnTo>
                  <a:pt x="10014" y="4617"/>
                </a:lnTo>
                <a:lnTo>
                  <a:pt x="9868" y="4495"/>
                </a:lnTo>
                <a:lnTo>
                  <a:pt x="9746" y="4373"/>
                </a:lnTo>
                <a:lnTo>
                  <a:pt x="9624" y="4226"/>
                </a:lnTo>
                <a:lnTo>
                  <a:pt x="9550" y="4104"/>
                </a:lnTo>
                <a:lnTo>
                  <a:pt x="7890" y="294"/>
                </a:lnTo>
                <a:lnTo>
                  <a:pt x="7816" y="172"/>
                </a:lnTo>
                <a:lnTo>
                  <a:pt x="7743" y="74"/>
                </a:lnTo>
                <a:lnTo>
                  <a:pt x="7645" y="25"/>
                </a:lnTo>
                <a:lnTo>
                  <a:pt x="7572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endParaRPr sz="1050"/>
          </a:p>
        </p:txBody>
      </p:sp>
      <p:sp>
        <p:nvSpPr>
          <p:cNvPr id="18" name="Google Shape;223;p18">
            <a:extLst>
              <a:ext uri="{FF2B5EF4-FFF2-40B4-BE49-F238E27FC236}">
                <a16:creationId xmlns:a16="http://schemas.microsoft.com/office/drawing/2014/main" id="{02BB141C-8A58-162E-7A1E-72D784A95AB2}"/>
              </a:ext>
            </a:extLst>
          </p:cNvPr>
          <p:cNvSpPr/>
          <p:nvPr/>
        </p:nvSpPr>
        <p:spPr>
          <a:xfrm rot="-1609195">
            <a:off x="10656560" y="3707117"/>
            <a:ext cx="142734" cy="136287"/>
          </a:xfrm>
          <a:custGeom>
            <a:avLst/>
            <a:gdLst/>
            <a:ahLst/>
            <a:cxnLst/>
            <a:rect l="l" t="t" r="r" b="b"/>
            <a:pathLst>
              <a:path w="15144" h="14460" extrusionOk="0">
                <a:moveTo>
                  <a:pt x="7572" y="1"/>
                </a:moveTo>
                <a:lnTo>
                  <a:pt x="7499" y="25"/>
                </a:lnTo>
                <a:lnTo>
                  <a:pt x="7401" y="74"/>
                </a:lnTo>
                <a:lnTo>
                  <a:pt x="7328" y="172"/>
                </a:lnTo>
                <a:lnTo>
                  <a:pt x="7255" y="294"/>
                </a:lnTo>
                <a:lnTo>
                  <a:pt x="5594" y="4104"/>
                </a:lnTo>
                <a:lnTo>
                  <a:pt x="5521" y="4226"/>
                </a:lnTo>
                <a:lnTo>
                  <a:pt x="5398" y="4373"/>
                </a:lnTo>
                <a:lnTo>
                  <a:pt x="5276" y="4495"/>
                </a:lnTo>
                <a:lnTo>
                  <a:pt x="5130" y="4617"/>
                </a:lnTo>
                <a:lnTo>
                  <a:pt x="4983" y="4715"/>
                </a:lnTo>
                <a:lnTo>
                  <a:pt x="4812" y="4788"/>
                </a:lnTo>
                <a:lnTo>
                  <a:pt x="4666" y="4861"/>
                </a:lnTo>
                <a:lnTo>
                  <a:pt x="4495" y="4886"/>
                </a:lnTo>
                <a:lnTo>
                  <a:pt x="392" y="5301"/>
                </a:lnTo>
                <a:lnTo>
                  <a:pt x="245" y="5325"/>
                </a:lnTo>
                <a:lnTo>
                  <a:pt x="123" y="5374"/>
                </a:lnTo>
                <a:lnTo>
                  <a:pt x="50" y="5423"/>
                </a:lnTo>
                <a:lnTo>
                  <a:pt x="1" y="5521"/>
                </a:lnTo>
                <a:lnTo>
                  <a:pt x="1" y="5594"/>
                </a:lnTo>
                <a:lnTo>
                  <a:pt x="25" y="5692"/>
                </a:lnTo>
                <a:lnTo>
                  <a:pt x="74" y="5789"/>
                </a:lnTo>
                <a:lnTo>
                  <a:pt x="196" y="5911"/>
                </a:lnTo>
                <a:lnTo>
                  <a:pt x="3274" y="8647"/>
                </a:lnTo>
                <a:lnTo>
                  <a:pt x="3396" y="8769"/>
                </a:lnTo>
                <a:lnTo>
                  <a:pt x="3493" y="8915"/>
                </a:lnTo>
                <a:lnTo>
                  <a:pt x="3567" y="9086"/>
                </a:lnTo>
                <a:lnTo>
                  <a:pt x="3640" y="9257"/>
                </a:lnTo>
                <a:lnTo>
                  <a:pt x="3689" y="9428"/>
                </a:lnTo>
                <a:lnTo>
                  <a:pt x="3713" y="9599"/>
                </a:lnTo>
                <a:lnTo>
                  <a:pt x="3713" y="9770"/>
                </a:lnTo>
                <a:lnTo>
                  <a:pt x="3689" y="9941"/>
                </a:lnTo>
                <a:lnTo>
                  <a:pt x="2810" y="13995"/>
                </a:lnTo>
                <a:lnTo>
                  <a:pt x="2785" y="14142"/>
                </a:lnTo>
                <a:lnTo>
                  <a:pt x="2810" y="14240"/>
                </a:lnTo>
                <a:lnTo>
                  <a:pt x="2834" y="14337"/>
                </a:lnTo>
                <a:lnTo>
                  <a:pt x="2883" y="14411"/>
                </a:lnTo>
                <a:lnTo>
                  <a:pt x="2981" y="14435"/>
                </a:lnTo>
                <a:lnTo>
                  <a:pt x="3078" y="14459"/>
                </a:lnTo>
                <a:lnTo>
                  <a:pt x="3200" y="14411"/>
                </a:lnTo>
                <a:lnTo>
                  <a:pt x="3322" y="14362"/>
                </a:lnTo>
                <a:lnTo>
                  <a:pt x="6888" y="12261"/>
                </a:lnTo>
                <a:lnTo>
                  <a:pt x="7035" y="12188"/>
                </a:lnTo>
                <a:lnTo>
                  <a:pt x="7206" y="12139"/>
                </a:lnTo>
                <a:lnTo>
                  <a:pt x="7401" y="12115"/>
                </a:lnTo>
                <a:lnTo>
                  <a:pt x="7743" y="12115"/>
                </a:lnTo>
                <a:lnTo>
                  <a:pt x="7938" y="12139"/>
                </a:lnTo>
                <a:lnTo>
                  <a:pt x="8109" y="12188"/>
                </a:lnTo>
                <a:lnTo>
                  <a:pt x="8256" y="12261"/>
                </a:lnTo>
                <a:lnTo>
                  <a:pt x="11822" y="14362"/>
                </a:lnTo>
                <a:lnTo>
                  <a:pt x="11944" y="14411"/>
                </a:lnTo>
                <a:lnTo>
                  <a:pt x="12066" y="14459"/>
                </a:lnTo>
                <a:lnTo>
                  <a:pt x="12164" y="14435"/>
                </a:lnTo>
                <a:lnTo>
                  <a:pt x="12261" y="14411"/>
                </a:lnTo>
                <a:lnTo>
                  <a:pt x="12310" y="14337"/>
                </a:lnTo>
                <a:lnTo>
                  <a:pt x="12335" y="14240"/>
                </a:lnTo>
                <a:lnTo>
                  <a:pt x="12359" y="14142"/>
                </a:lnTo>
                <a:lnTo>
                  <a:pt x="12335" y="13995"/>
                </a:lnTo>
                <a:lnTo>
                  <a:pt x="11455" y="9941"/>
                </a:lnTo>
                <a:lnTo>
                  <a:pt x="11431" y="9770"/>
                </a:lnTo>
                <a:lnTo>
                  <a:pt x="11431" y="9599"/>
                </a:lnTo>
                <a:lnTo>
                  <a:pt x="11455" y="9428"/>
                </a:lnTo>
                <a:lnTo>
                  <a:pt x="11504" y="9257"/>
                </a:lnTo>
                <a:lnTo>
                  <a:pt x="11577" y="9086"/>
                </a:lnTo>
                <a:lnTo>
                  <a:pt x="11651" y="8915"/>
                </a:lnTo>
                <a:lnTo>
                  <a:pt x="11748" y="8769"/>
                </a:lnTo>
                <a:lnTo>
                  <a:pt x="11870" y="8647"/>
                </a:lnTo>
                <a:lnTo>
                  <a:pt x="14948" y="5911"/>
                </a:lnTo>
                <a:lnTo>
                  <a:pt x="15070" y="5789"/>
                </a:lnTo>
                <a:lnTo>
                  <a:pt x="15119" y="5692"/>
                </a:lnTo>
                <a:lnTo>
                  <a:pt x="15143" y="5594"/>
                </a:lnTo>
                <a:lnTo>
                  <a:pt x="15143" y="5521"/>
                </a:lnTo>
                <a:lnTo>
                  <a:pt x="15094" y="5423"/>
                </a:lnTo>
                <a:lnTo>
                  <a:pt x="15021" y="5374"/>
                </a:lnTo>
                <a:lnTo>
                  <a:pt x="14899" y="5325"/>
                </a:lnTo>
                <a:lnTo>
                  <a:pt x="14752" y="5301"/>
                </a:lnTo>
                <a:lnTo>
                  <a:pt x="10649" y="4886"/>
                </a:lnTo>
                <a:lnTo>
                  <a:pt x="10478" y="4861"/>
                </a:lnTo>
                <a:lnTo>
                  <a:pt x="10332" y="4788"/>
                </a:lnTo>
                <a:lnTo>
                  <a:pt x="10161" y="4715"/>
                </a:lnTo>
                <a:lnTo>
                  <a:pt x="10014" y="4617"/>
                </a:lnTo>
                <a:lnTo>
                  <a:pt x="9868" y="4495"/>
                </a:lnTo>
                <a:lnTo>
                  <a:pt x="9746" y="4373"/>
                </a:lnTo>
                <a:lnTo>
                  <a:pt x="9624" y="4226"/>
                </a:lnTo>
                <a:lnTo>
                  <a:pt x="9550" y="4104"/>
                </a:lnTo>
                <a:lnTo>
                  <a:pt x="7890" y="294"/>
                </a:lnTo>
                <a:lnTo>
                  <a:pt x="7816" y="172"/>
                </a:lnTo>
                <a:lnTo>
                  <a:pt x="7743" y="74"/>
                </a:lnTo>
                <a:lnTo>
                  <a:pt x="7645" y="25"/>
                </a:lnTo>
                <a:lnTo>
                  <a:pt x="7572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endParaRPr sz="1050"/>
          </a:p>
        </p:txBody>
      </p:sp>
      <p:sp>
        <p:nvSpPr>
          <p:cNvPr id="2" name="Slide Number Placeholder 28">
            <a:extLst>
              <a:ext uri="{FF2B5EF4-FFF2-40B4-BE49-F238E27FC236}">
                <a16:creationId xmlns:a16="http://schemas.microsoft.com/office/drawing/2014/main" id="{8133E07C-E7F5-7BB6-299B-15BA4CFFBDA7}"/>
              </a:ext>
            </a:extLst>
          </p:cNvPr>
          <p:cNvSpPr txBox="1">
            <a:spLocks/>
          </p:cNvSpPr>
          <p:nvPr/>
        </p:nvSpPr>
        <p:spPr>
          <a:xfrm>
            <a:off x="5826000" y="6887565"/>
            <a:ext cx="540000" cy="365125"/>
          </a:xfrm>
          <a:prstGeom prst="rect">
            <a:avLst/>
          </a:prstGeom>
        </p:spPr>
        <p:txBody>
          <a:bodyPr/>
          <a:lstStyle>
            <a:defPPr>
              <a:defRPr lang="x-non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0A30FB4-44AA-4C39-B0CD-E097821B8805}" type="slidenum">
              <a:rPr lang="en-US" smtClean="0"/>
              <a:pPr/>
              <a:t>19</a:t>
            </a:fld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BDC22BD-5C82-E6AE-D6B8-DBEED2073152}"/>
              </a:ext>
            </a:extLst>
          </p:cNvPr>
          <p:cNvSpPr txBox="1"/>
          <p:nvPr/>
        </p:nvSpPr>
        <p:spPr>
          <a:xfrm>
            <a:off x="2124687" y="2758917"/>
            <a:ext cx="7942625" cy="92333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indent="0" algn="ctr">
              <a:buNone/>
            </a:pPr>
            <a:r>
              <a:rPr lang="en-US" sz="5400" b="1" dirty="0" err="1">
                <a:solidFill>
                  <a:srgbClr val="FF0000"/>
                </a:solidFill>
              </a:rPr>
              <a:t>Ứng</a:t>
            </a:r>
            <a:r>
              <a:rPr lang="en-US" sz="5400" b="1" dirty="0">
                <a:solidFill>
                  <a:srgbClr val="FF0000"/>
                </a:solidFill>
              </a:rPr>
              <a:t> </a:t>
            </a:r>
            <a:r>
              <a:rPr lang="en-US" sz="5400" b="1" dirty="0" err="1">
                <a:solidFill>
                  <a:srgbClr val="FF0000"/>
                </a:solidFill>
              </a:rPr>
              <a:t>dụng</a:t>
            </a:r>
            <a:endParaRPr lang="en-US" sz="5400" b="1" dirty="0">
              <a:solidFill>
                <a:srgbClr val="FF0000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D693C7-8F79-0D7A-84F3-17C15A880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9440A-2DED-3643-ADED-9B5C83E7D828}" type="slidenum">
              <a:rPr lang="x-none" smtClean="0"/>
              <a:pPr/>
              <a:t>19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12043641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FDC736-8AD1-590B-366F-3EB5A4830B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9440A-2DED-3643-ADED-9B5C83E7D828}" type="slidenum">
              <a:rPr lang="x-none" smtClean="0"/>
              <a:pPr/>
              <a:t>20</a:t>
            </a:fld>
            <a:endParaRPr lang="x-none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308B0FD-FD89-EF45-7115-31899C4413FB}"/>
              </a:ext>
            </a:extLst>
          </p:cNvPr>
          <p:cNvSpPr txBox="1"/>
          <p:nvPr/>
        </p:nvSpPr>
        <p:spPr>
          <a:xfrm>
            <a:off x="255618" y="2016802"/>
            <a:ext cx="4374572" cy="3070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6000"/>
              </a:lnSpc>
              <a:spcAft>
                <a:spcPts val="800"/>
              </a:spcAft>
              <a:buNone/>
            </a:pPr>
            <a:r>
              <a:rPr lang="en-US" sz="18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Flask</a:t>
            </a: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 </a:t>
            </a:r>
            <a:r>
              <a:rPr lang="en-US" sz="1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là</a:t>
            </a: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 </a:t>
            </a:r>
            <a:r>
              <a:rPr lang="en-US" sz="1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một</a:t>
            </a: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 </a:t>
            </a:r>
            <a:r>
              <a:rPr lang="en-US" sz="18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micro-framework</a:t>
            </a: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 (framework vi </a:t>
            </a:r>
            <a:r>
              <a:rPr lang="en-US" sz="1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mô</a:t>
            </a: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) </a:t>
            </a:r>
            <a:r>
              <a:rPr lang="en-US" sz="1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để</a:t>
            </a: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 </a:t>
            </a:r>
            <a:r>
              <a:rPr lang="en-US" sz="1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phát</a:t>
            </a: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 </a:t>
            </a:r>
            <a:r>
              <a:rPr lang="en-US" sz="1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triển</a:t>
            </a: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 </a:t>
            </a:r>
            <a:r>
              <a:rPr lang="en-US" sz="1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ứng</a:t>
            </a: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 </a:t>
            </a:r>
            <a:r>
              <a:rPr lang="en-US" sz="1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dụng</a:t>
            </a: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 web, </a:t>
            </a:r>
            <a:r>
              <a:rPr lang="en-US" sz="1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được</a:t>
            </a: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 </a:t>
            </a:r>
            <a:r>
              <a:rPr lang="en-US" sz="1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viết</a:t>
            </a: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 </a:t>
            </a:r>
            <a:r>
              <a:rPr lang="en-US" sz="1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bằng</a:t>
            </a: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 </a:t>
            </a:r>
            <a:r>
              <a:rPr lang="en-US" sz="1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ngôn</a:t>
            </a: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 </a:t>
            </a:r>
            <a:r>
              <a:rPr lang="en-US" sz="1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ngữ</a:t>
            </a: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 </a:t>
            </a:r>
            <a:r>
              <a:rPr lang="en-US" sz="1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lập</a:t>
            </a: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 </a:t>
            </a:r>
            <a:r>
              <a:rPr lang="en-US" sz="1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trình</a:t>
            </a: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 </a:t>
            </a:r>
            <a:r>
              <a:rPr lang="en-US" sz="18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Python</a:t>
            </a: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.</a:t>
            </a:r>
            <a:endParaRPr lang="en-US" sz="1800" dirty="0">
              <a:effectLst/>
              <a:latin typeface="Aptos" panose="020B00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6000"/>
              </a:lnSpc>
              <a:spcAft>
                <a:spcPts val="800"/>
              </a:spcAft>
              <a:buNone/>
            </a:pP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"Micro-framework" </a:t>
            </a:r>
            <a:r>
              <a:rPr lang="en-US" sz="1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không</a:t>
            </a: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 </a:t>
            </a:r>
            <a:r>
              <a:rPr lang="en-US" sz="1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có</a:t>
            </a: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 </a:t>
            </a:r>
            <a:r>
              <a:rPr lang="en-US" sz="1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nghĩa</a:t>
            </a: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 </a:t>
            </a:r>
            <a:r>
              <a:rPr lang="en-US" sz="1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là</a:t>
            </a: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 Flask </a:t>
            </a:r>
            <a:r>
              <a:rPr lang="en-US" sz="1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thiếu</a:t>
            </a: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 </a:t>
            </a:r>
            <a:r>
              <a:rPr lang="en-US" sz="1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chức</a:t>
            </a: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 </a:t>
            </a:r>
            <a:r>
              <a:rPr lang="en-US" sz="1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năng</a:t>
            </a: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. Thay </a:t>
            </a:r>
            <a:r>
              <a:rPr lang="en-US" sz="1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vào</a:t>
            </a: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 </a:t>
            </a:r>
            <a:r>
              <a:rPr lang="en-US" sz="1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đó</a:t>
            </a: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, </a:t>
            </a:r>
            <a:r>
              <a:rPr lang="en-US" sz="1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nó</a:t>
            </a: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 </a:t>
            </a:r>
            <a:r>
              <a:rPr lang="en-US" sz="1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có</a:t>
            </a: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 </a:t>
            </a:r>
            <a:r>
              <a:rPr lang="en-US" sz="1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nghĩa</a:t>
            </a: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 </a:t>
            </a:r>
            <a:r>
              <a:rPr lang="en-US" sz="1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là</a:t>
            </a: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 Flask </a:t>
            </a:r>
            <a:r>
              <a:rPr lang="en-US" sz="1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cung</a:t>
            </a: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 </a:t>
            </a:r>
            <a:r>
              <a:rPr lang="en-US" sz="1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cấp</a:t>
            </a: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 </a:t>
            </a:r>
            <a:r>
              <a:rPr lang="en-US" sz="1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một</a:t>
            </a: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 </a:t>
            </a:r>
            <a:r>
              <a:rPr lang="en-US" sz="1800" b="1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lõi</a:t>
            </a:r>
            <a:r>
              <a:rPr lang="en-US" sz="18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 (core) </a:t>
            </a:r>
            <a:r>
              <a:rPr lang="en-US" sz="1800" b="1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gọn</a:t>
            </a:r>
            <a:r>
              <a:rPr lang="en-US" sz="18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 </a:t>
            </a:r>
            <a:r>
              <a:rPr lang="en-US" sz="1800" b="1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nhẹ</a:t>
            </a: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, </a:t>
            </a:r>
            <a:r>
              <a:rPr lang="en-US" sz="1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tập</a:t>
            </a: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 </a:t>
            </a:r>
            <a:r>
              <a:rPr lang="en-US" sz="1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trung</a:t>
            </a: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 </a:t>
            </a:r>
            <a:r>
              <a:rPr lang="en-US" sz="1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vào</a:t>
            </a: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 </a:t>
            </a:r>
            <a:r>
              <a:rPr lang="en-US" sz="1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các</a:t>
            </a: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 </a:t>
            </a:r>
            <a:r>
              <a:rPr lang="en-US" sz="1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chức</a:t>
            </a: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 </a:t>
            </a:r>
            <a:r>
              <a:rPr lang="en-US" sz="1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năng</a:t>
            </a: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 </a:t>
            </a:r>
            <a:r>
              <a:rPr lang="en-US" sz="1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thiết</a:t>
            </a: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 </a:t>
            </a:r>
            <a:r>
              <a:rPr lang="en-US" sz="1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yếu</a:t>
            </a: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 </a:t>
            </a:r>
            <a:r>
              <a:rPr lang="en-US" sz="1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nhất</a:t>
            </a: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 </a:t>
            </a:r>
            <a:r>
              <a:rPr lang="en-US" sz="1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của</a:t>
            </a: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 </a:t>
            </a:r>
            <a:r>
              <a:rPr lang="en-US" sz="1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một</a:t>
            </a: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 web framework</a:t>
            </a:r>
            <a:endParaRPr lang="en-US" sz="1800" dirty="0">
              <a:effectLst/>
              <a:latin typeface="Aptos" panose="020B00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4338" name="Picture 2" descr="Python Flask tutorial: Build your first Flask application!">
            <a:extLst>
              <a:ext uri="{FF2B5EF4-FFF2-40B4-BE49-F238E27FC236}">
                <a16:creationId xmlns:a16="http://schemas.microsoft.com/office/drawing/2014/main" id="{7CFA51D8-A95E-4F73-22B2-E9C40CADD1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52259" y="1795902"/>
            <a:ext cx="7024255" cy="35121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94A2AF8-7EBC-DAF7-5519-5A157BA5E7B3}"/>
              </a:ext>
            </a:extLst>
          </p:cNvPr>
          <p:cNvSpPr txBox="1"/>
          <p:nvPr/>
        </p:nvSpPr>
        <p:spPr>
          <a:xfrm>
            <a:off x="7365076" y="860904"/>
            <a:ext cx="266932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Giới</a:t>
            </a:r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thiệu</a:t>
            </a:r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về</a:t>
            </a:r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Flask</a:t>
            </a:r>
          </a:p>
        </p:txBody>
      </p:sp>
    </p:spTree>
    <p:extLst>
      <p:ext uri="{BB962C8B-B14F-4D97-AF65-F5344CB8AC3E}">
        <p14:creationId xmlns:p14="http://schemas.microsoft.com/office/powerpoint/2010/main" val="153452430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97E1DA-D273-322A-1CFF-20AF79ABC5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9440A-2DED-3643-ADED-9B5C83E7D828}" type="slidenum">
              <a:rPr lang="x-none" smtClean="0"/>
              <a:pPr/>
              <a:t>21</a:t>
            </a:fld>
            <a:endParaRPr lang="x-none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B26EF72-4B9E-9179-E8B6-0BFDF645BD85}"/>
              </a:ext>
            </a:extLst>
          </p:cNvPr>
          <p:cNvSpPr txBox="1"/>
          <p:nvPr/>
        </p:nvSpPr>
        <p:spPr>
          <a:xfrm>
            <a:off x="105987" y="837799"/>
            <a:ext cx="60973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 err="1"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Cách</a:t>
            </a:r>
            <a:r>
              <a:rPr lang="en-US" sz="1800" b="1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1" dirty="0" err="1"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hoạt</a:t>
            </a:r>
            <a:r>
              <a:rPr lang="en-US" sz="1800" b="1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1" dirty="0" err="1"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r>
              <a:rPr lang="en-US" sz="1800" b="1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1" dirty="0" err="1"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1800" b="1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flask </a:t>
            </a:r>
            <a:r>
              <a:rPr lang="en-US" sz="1800" b="1" dirty="0" err="1"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sz="1800" b="1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1" dirty="0" err="1"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đồ</a:t>
            </a:r>
            <a:r>
              <a:rPr lang="en-US" sz="1800" b="1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1" dirty="0" err="1"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án</a:t>
            </a:r>
            <a:r>
              <a:rPr lang="en-US" sz="1800" b="1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game </a:t>
            </a:r>
            <a:r>
              <a:rPr lang="en-US" sz="1800" b="1" dirty="0" err="1"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caro</a:t>
            </a:r>
            <a:endParaRPr 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601AD80-1644-207F-7359-FEC317B2B506}"/>
              </a:ext>
            </a:extLst>
          </p:cNvPr>
          <p:cNvSpPr txBox="1"/>
          <p:nvPr/>
        </p:nvSpPr>
        <p:spPr>
          <a:xfrm>
            <a:off x="282632" y="1486193"/>
            <a:ext cx="347127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Khi </a:t>
            </a:r>
            <a:r>
              <a:rPr lang="en-US" dirty="0" err="1"/>
              <a:t>tải</a:t>
            </a:r>
            <a:r>
              <a:rPr lang="en-US" dirty="0"/>
              <a:t> </a:t>
            </a:r>
            <a:r>
              <a:rPr lang="en-US" dirty="0" err="1"/>
              <a:t>trang</a:t>
            </a:r>
            <a:r>
              <a:rPr lang="en-US" dirty="0"/>
              <a:t> web </a:t>
            </a:r>
            <a:r>
              <a:rPr lang="en-US" dirty="0" err="1"/>
              <a:t>thông</a:t>
            </a:r>
            <a:r>
              <a:rPr lang="en-US" dirty="0"/>
              <a:t> qua app.py</a:t>
            </a:r>
          </a:p>
          <a:p>
            <a:endParaRPr lang="en-US" dirty="0"/>
          </a:p>
        </p:txBody>
      </p:sp>
      <p:pic>
        <p:nvPicPr>
          <p:cNvPr id="20" name="drawing">
            <a:extLst>
              <a:ext uri="{FF2B5EF4-FFF2-40B4-BE49-F238E27FC236}">
                <a16:creationId xmlns:a16="http://schemas.microsoft.com/office/drawing/2014/main" id="{48671220-C20E-BBE9-52E9-DBC8E80ED0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3388" y="2022986"/>
            <a:ext cx="1266825" cy="219075"/>
          </a:xfrm>
          <a:prstGeom prst="rect">
            <a:avLst/>
          </a:prstGeom>
        </p:spPr>
      </p:pic>
      <p:sp>
        <p:nvSpPr>
          <p:cNvPr id="21" name="Rectangle 21">
            <a:extLst>
              <a:ext uri="{FF2B5EF4-FFF2-40B4-BE49-F238E27FC236}">
                <a16:creationId xmlns:a16="http://schemas.microsoft.com/office/drawing/2014/main" id="{D71240D7-105D-46C2-4DF6-76791DBEA6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2632" y="2390086"/>
            <a:ext cx="10332765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ja-JP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Mở</a:t>
            </a:r>
            <a:r>
              <a:rPr kumimoji="0" lang="en-US" altLang="ja-JP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 </a:t>
            </a:r>
            <a:r>
              <a:rPr kumimoji="0" lang="en-US" altLang="ja-JP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trình</a:t>
            </a:r>
            <a:r>
              <a:rPr kumimoji="0" lang="en-US" altLang="ja-JP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 </a:t>
            </a:r>
            <a:r>
              <a:rPr kumimoji="0" lang="en-US" altLang="ja-JP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duyệt</a:t>
            </a:r>
            <a:r>
              <a:rPr kumimoji="0" lang="en-US" altLang="ja-JP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 </a:t>
            </a:r>
            <a:r>
              <a:rPr kumimoji="0" lang="en-US" altLang="ja-JP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và</a:t>
            </a:r>
            <a:r>
              <a:rPr kumimoji="0" lang="en-US" altLang="ja-JP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 </a:t>
            </a:r>
            <a:r>
              <a:rPr kumimoji="0" lang="en-US" altLang="ja-JP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gõ</a:t>
            </a:r>
            <a:r>
              <a:rPr kumimoji="0" lang="en-US" altLang="ja-JP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 </a:t>
            </a:r>
            <a:r>
              <a:rPr kumimoji="0" lang="en-US" altLang="ja-JP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địa</a:t>
            </a:r>
            <a:r>
              <a:rPr kumimoji="0" lang="en-US" altLang="ja-JP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 </a:t>
            </a:r>
            <a:r>
              <a:rPr kumimoji="0" lang="en-US" altLang="ja-JP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chỉ</a:t>
            </a:r>
            <a:r>
              <a:rPr kumimoji="0" lang="en-US" altLang="ja-JP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 </a:t>
            </a:r>
            <a:r>
              <a:rPr kumimoji="0" lang="en-US" altLang="ja-JP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  <a:ea typeface="Consolas" panose="020B0609020204030204" pitchFamily="49" charset="0"/>
                <a:cs typeface="Consolas" panose="020B0609020204030204" pitchFamily="49" charset="0"/>
                <a:hlinkClick r:id="rId3"/>
              </a:rPr>
              <a:t>http://127.0.0.1:5000</a:t>
            </a:r>
            <a:r>
              <a:rPr kumimoji="0" lang="en-US" altLang="ja-JP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.</a:t>
            </a:r>
            <a:endParaRPr kumimoji="0" lang="en-US" altLang="ja-JP" sz="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ja-JP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Trình</a:t>
            </a:r>
            <a:r>
              <a:rPr kumimoji="0" lang="en-US" altLang="ja-JP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 </a:t>
            </a:r>
            <a:r>
              <a:rPr kumimoji="0" lang="en-US" altLang="ja-JP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duyệt</a:t>
            </a:r>
            <a:r>
              <a:rPr kumimoji="0" lang="en-US" altLang="ja-JP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 </a:t>
            </a:r>
            <a:r>
              <a:rPr kumimoji="0" lang="en-US" altLang="ja-JP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gửi</a:t>
            </a:r>
            <a:r>
              <a:rPr kumimoji="0" lang="en-US" altLang="ja-JP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 </a:t>
            </a:r>
            <a:r>
              <a:rPr kumimoji="0" lang="en-US" altLang="ja-JP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một</a:t>
            </a:r>
            <a:r>
              <a:rPr kumimoji="0" lang="en-US" altLang="ja-JP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 </a:t>
            </a:r>
            <a:r>
              <a:rPr kumimoji="0" lang="en-US" altLang="ja-JP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yêu</a:t>
            </a:r>
            <a:r>
              <a:rPr kumimoji="0" lang="en-US" altLang="ja-JP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 </a:t>
            </a:r>
            <a:r>
              <a:rPr kumimoji="0" lang="en-US" altLang="ja-JP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cầu</a:t>
            </a:r>
            <a:r>
              <a:rPr kumimoji="0" lang="en-US" altLang="ja-JP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 "</a:t>
            </a:r>
            <a:r>
              <a:rPr kumimoji="0" lang="en-US" altLang="ja-JP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Tải</a:t>
            </a:r>
            <a:r>
              <a:rPr kumimoji="0" lang="en-US" altLang="ja-JP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 </a:t>
            </a:r>
            <a:r>
              <a:rPr kumimoji="0" lang="en-US" altLang="ja-JP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trang</a:t>
            </a:r>
            <a:r>
              <a:rPr kumimoji="0" lang="en-US" altLang="ja-JP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" </a:t>
            </a:r>
            <a:r>
              <a:rPr kumimoji="0" lang="en-US" altLang="ja-JP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đến</a:t>
            </a:r>
            <a:r>
              <a:rPr kumimoji="0" lang="en-US" altLang="ja-JP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 </a:t>
            </a:r>
            <a:r>
              <a:rPr kumimoji="0" lang="en-US" altLang="ja-JP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máy</a:t>
            </a:r>
            <a:r>
              <a:rPr kumimoji="0" lang="en-US" altLang="ja-JP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 </a:t>
            </a:r>
            <a:r>
              <a:rPr kumimoji="0" lang="en-US" altLang="ja-JP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chủ</a:t>
            </a:r>
            <a:r>
              <a:rPr kumimoji="0" lang="en-US" altLang="ja-JP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 Flask.</a:t>
            </a:r>
            <a:endParaRPr kumimoji="0" lang="en-US" altLang="ja-JP" sz="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ja-JP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Flask (</a:t>
            </a:r>
            <a:r>
              <a:rPr kumimoji="0" lang="en-US" altLang="ja-JP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tại</a:t>
            </a:r>
            <a:r>
              <a:rPr kumimoji="0" lang="en-US" altLang="ja-JP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 </a:t>
            </a:r>
            <a:r>
              <a:rPr kumimoji="0" lang="en-US" altLang="ja-JP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  <a:ea typeface="Consolas" panose="020B0609020204030204" pitchFamily="49" charset="0"/>
                <a:cs typeface="Consolas" panose="020B0609020204030204" pitchFamily="49" charset="0"/>
              </a:rPr>
              <a:t>@app.route('/')</a:t>
            </a:r>
            <a:r>
              <a:rPr kumimoji="0" lang="en-US" altLang="ja-JP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) </a:t>
            </a:r>
            <a:r>
              <a:rPr kumimoji="0" lang="en-US" altLang="ja-JP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nhận</a:t>
            </a:r>
            <a:r>
              <a:rPr kumimoji="0" lang="en-US" altLang="ja-JP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 </a:t>
            </a:r>
            <a:r>
              <a:rPr kumimoji="0" lang="en-US" altLang="ja-JP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được</a:t>
            </a:r>
            <a:r>
              <a:rPr kumimoji="0" lang="en-US" altLang="ja-JP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 </a:t>
            </a:r>
            <a:r>
              <a:rPr kumimoji="0" lang="en-US" altLang="ja-JP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yêu</a:t>
            </a:r>
            <a:r>
              <a:rPr kumimoji="0" lang="en-US" altLang="ja-JP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 </a:t>
            </a:r>
            <a:r>
              <a:rPr kumimoji="0" lang="en-US" altLang="ja-JP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cầu</a:t>
            </a:r>
            <a:r>
              <a:rPr kumimoji="0" lang="en-US" altLang="ja-JP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 </a:t>
            </a:r>
            <a:r>
              <a:rPr kumimoji="0" lang="en-US" altLang="ja-JP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này</a:t>
            </a:r>
            <a:r>
              <a:rPr kumimoji="0" lang="en-US" altLang="ja-JP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, </a:t>
            </a:r>
            <a:r>
              <a:rPr kumimoji="0" lang="en-US" altLang="ja-JP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nó</a:t>
            </a:r>
            <a:r>
              <a:rPr kumimoji="0" lang="en-US" altLang="ja-JP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 </a:t>
            </a:r>
            <a:r>
              <a:rPr kumimoji="0" lang="en-US" altLang="ja-JP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tìm</a:t>
            </a:r>
            <a:r>
              <a:rPr kumimoji="0" lang="en-US" altLang="ja-JP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 file </a:t>
            </a:r>
            <a:r>
              <a:rPr kumimoji="0" lang="en-US" altLang="ja-JP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  <a:ea typeface="Consolas" panose="020B0609020204030204" pitchFamily="49" charset="0"/>
                <a:cs typeface="Consolas" panose="020B0609020204030204" pitchFamily="49" charset="0"/>
              </a:rPr>
              <a:t>index.html</a:t>
            </a:r>
            <a:r>
              <a:rPr kumimoji="0" lang="en-US" altLang="ja-JP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 (</a:t>
            </a:r>
            <a:r>
              <a:rPr kumimoji="0" lang="en-US" altLang="ja-JP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chứa</a:t>
            </a:r>
            <a:r>
              <a:rPr kumimoji="0" lang="en-US" altLang="ja-JP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 </a:t>
            </a:r>
            <a:r>
              <a:rPr kumimoji="0" lang="en-US" altLang="ja-JP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giao</a:t>
            </a:r>
            <a:r>
              <a:rPr kumimoji="0" lang="en-US" altLang="ja-JP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 </a:t>
            </a:r>
            <a:r>
              <a:rPr kumimoji="0" lang="en-US" altLang="ja-JP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diện</a:t>
            </a:r>
            <a:r>
              <a:rPr kumimoji="0" lang="en-US" altLang="ja-JP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) </a:t>
            </a:r>
            <a:r>
              <a:rPr kumimoji="0" lang="en-US" altLang="ja-JP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và</a:t>
            </a:r>
            <a:r>
              <a:rPr kumimoji="0" lang="en-US" altLang="ja-JP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 </a:t>
            </a:r>
            <a:r>
              <a:rPr kumimoji="0" lang="en-US" altLang="ja-JP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gửi</a:t>
            </a:r>
            <a:r>
              <a:rPr kumimoji="0" lang="en-US" altLang="ja-JP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 file </a:t>
            </a:r>
            <a:r>
              <a:rPr kumimoji="0" lang="en-US" altLang="ja-JP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đó</a:t>
            </a:r>
            <a:r>
              <a:rPr kumimoji="0" lang="en-US" altLang="ja-JP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 </a:t>
            </a:r>
            <a:r>
              <a:rPr kumimoji="0" lang="en-US" altLang="ja-JP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về</a:t>
            </a:r>
            <a:r>
              <a:rPr kumimoji="0" lang="en-US" altLang="ja-JP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 </a:t>
            </a:r>
            <a:r>
              <a:rPr kumimoji="0" lang="en-US" altLang="ja-JP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cho</a:t>
            </a:r>
            <a:r>
              <a:rPr kumimoji="0" lang="en-US" altLang="ja-JP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 </a:t>
            </a:r>
            <a:r>
              <a:rPr kumimoji="0" lang="en-US" altLang="ja-JP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trình</a:t>
            </a:r>
            <a:r>
              <a:rPr kumimoji="0" lang="en-US" altLang="ja-JP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 </a:t>
            </a:r>
            <a:r>
              <a:rPr kumimoji="0" lang="en-US" altLang="ja-JP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duyệt</a:t>
            </a:r>
            <a:r>
              <a:rPr kumimoji="0" lang="en-US" altLang="ja-JP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 </a:t>
            </a:r>
            <a:r>
              <a:rPr kumimoji="0" lang="en-US" altLang="ja-JP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để</a:t>
            </a:r>
            <a:r>
              <a:rPr kumimoji="0" lang="en-US" altLang="ja-JP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 </a:t>
            </a:r>
            <a:r>
              <a:rPr kumimoji="0" lang="en-US" altLang="ja-JP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hiển</a:t>
            </a:r>
            <a:r>
              <a:rPr kumimoji="0" lang="en-US" altLang="ja-JP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 </a:t>
            </a:r>
            <a:r>
              <a:rPr kumimoji="0" lang="en-US" altLang="ja-JP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thị</a:t>
            </a:r>
            <a:r>
              <a:rPr kumimoji="0" lang="en-US" altLang="ja-JP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.</a:t>
            </a:r>
            <a:endParaRPr kumimoji="0" lang="en-US" altLang="ja-JP" sz="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ja-JP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5380" name="drawing">
            <a:extLst>
              <a:ext uri="{FF2B5EF4-FFF2-40B4-BE49-F238E27FC236}">
                <a16:creationId xmlns:a16="http://schemas.microsoft.com/office/drawing/2014/main" id="{DFF54D94-E23C-A10F-491B-EB95DDF512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3388" y="3315479"/>
            <a:ext cx="3019425" cy="647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Rectangle 22">
            <a:extLst>
              <a:ext uri="{FF2B5EF4-FFF2-40B4-BE49-F238E27FC236}">
                <a16:creationId xmlns:a16="http://schemas.microsoft.com/office/drawing/2014/main" id="{A2A77E70-0908-99EC-6EA1-57AAE803EC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97032" y="3926617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15385" name="Picture 25">
            <a:extLst>
              <a:ext uri="{FF2B5EF4-FFF2-40B4-BE49-F238E27FC236}">
                <a16:creationId xmlns:a16="http://schemas.microsoft.com/office/drawing/2014/main" id="{17DBA645-22C7-67A8-8693-9DDEF9575D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3388" y="4652671"/>
            <a:ext cx="3009900" cy="285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384" name="Picture 24">
            <a:extLst>
              <a:ext uri="{FF2B5EF4-FFF2-40B4-BE49-F238E27FC236}">
                <a16:creationId xmlns:a16="http://schemas.microsoft.com/office/drawing/2014/main" id="{803AFB1B-6957-DE84-E606-D4DC52AB6B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3388" y="5359059"/>
            <a:ext cx="1419225" cy="257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383" name="drawing">
            <a:extLst>
              <a:ext uri="{FF2B5EF4-FFF2-40B4-BE49-F238E27FC236}">
                <a16:creationId xmlns:a16="http://schemas.microsoft.com/office/drawing/2014/main" id="{00638303-D461-86DA-18AB-2C3BC01D47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6705" y="5994774"/>
            <a:ext cx="2409825" cy="276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Rectangle 26">
            <a:extLst>
              <a:ext uri="{FF2B5EF4-FFF2-40B4-BE49-F238E27FC236}">
                <a16:creationId xmlns:a16="http://schemas.microsoft.com/office/drawing/2014/main" id="{79EE4C76-77B6-D032-1BE8-A3F74A5BA4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2632" y="4232033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ja-JP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Khi </a:t>
            </a:r>
            <a:r>
              <a:rPr kumimoji="0" lang="en-US" altLang="ja-JP" sz="1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bấm</a:t>
            </a:r>
            <a:r>
              <a:rPr kumimoji="0" lang="en-US" altLang="ja-JP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 "</a:t>
            </a:r>
            <a:r>
              <a:rPr kumimoji="0" lang="en-US" altLang="ja-JP" sz="1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Bắt</a:t>
            </a:r>
            <a:r>
              <a:rPr kumimoji="0" lang="en-US" altLang="ja-JP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 </a:t>
            </a:r>
            <a:r>
              <a:rPr kumimoji="0" lang="en-US" altLang="ja-JP" sz="1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đầu</a:t>
            </a:r>
            <a:r>
              <a:rPr kumimoji="0" lang="en-US" altLang="ja-JP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 </a:t>
            </a:r>
            <a:r>
              <a:rPr kumimoji="0" lang="en-US" altLang="ja-JP" sz="1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ván</a:t>
            </a:r>
            <a:r>
              <a:rPr kumimoji="0" lang="en-US" altLang="ja-JP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 </a:t>
            </a:r>
            <a:r>
              <a:rPr kumimoji="0" lang="en-US" altLang="ja-JP" sz="1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mới</a:t>
            </a:r>
            <a:r>
              <a:rPr kumimoji="0" lang="en-US" altLang="ja-JP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"</a:t>
            </a:r>
            <a:endParaRPr kumimoji="0" lang="en-US" altLang="ja-JP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ja-JP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Trình</a:t>
            </a:r>
            <a:r>
              <a:rPr kumimoji="0" lang="en-US" altLang="ja-JP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 </a:t>
            </a:r>
            <a:r>
              <a:rPr kumimoji="0" lang="en-US" altLang="ja-JP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duyệt</a:t>
            </a:r>
            <a:r>
              <a:rPr kumimoji="0" lang="en-US" altLang="ja-JP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 (JavaScript) </a:t>
            </a:r>
            <a:r>
              <a:rPr kumimoji="0" lang="en-US" altLang="ja-JP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thu</a:t>
            </a:r>
            <a:r>
              <a:rPr kumimoji="0" lang="en-US" altLang="ja-JP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 </a:t>
            </a:r>
            <a:r>
              <a:rPr kumimoji="0" lang="en-US" altLang="ja-JP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thập</a:t>
            </a:r>
            <a:r>
              <a:rPr kumimoji="0" lang="en-US" altLang="ja-JP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 </a:t>
            </a:r>
            <a:r>
              <a:rPr kumimoji="0" lang="en-US" altLang="ja-JP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các</a:t>
            </a:r>
            <a:r>
              <a:rPr kumimoji="0" lang="en-US" altLang="ja-JP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 </a:t>
            </a:r>
            <a:r>
              <a:rPr kumimoji="0" lang="en-US" altLang="ja-JP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thiết</a:t>
            </a:r>
            <a:r>
              <a:rPr kumimoji="0" lang="en-US" altLang="ja-JP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 </a:t>
            </a:r>
            <a:r>
              <a:rPr kumimoji="0" lang="en-US" altLang="ja-JP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lập</a:t>
            </a:r>
            <a:r>
              <a:rPr kumimoji="0" lang="en-US" altLang="ja-JP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 (</a:t>
            </a:r>
            <a:r>
              <a:rPr kumimoji="0" lang="en-US" altLang="ja-JP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chế</a:t>
            </a:r>
            <a:r>
              <a:rPr kumimoji="0" lang="en-US" altLang="ja-JP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 </a:t>
            </a:r>
            <a:r>
              <a:rPr kumimoji="0" lang="en-US" altLang="ja-JP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độ</a:t>
            </a:r>
            <a:r>
              <a:rPr kumimoji="0" lang="en-US" altLang="ja-JP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, </a:t>
            </a:r>
            <a:r>
              <a:rPr kumimoji="0" lang="en-US" altLang="ja-JP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độ</a:t>
            </a:r>
            <a:r>
              <a:rPr kumimoji="0" lang="en-US" altLang="ja-JP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 </a:t>
            </a:r>
            <a:r>
              <a:rPr kumimoji="0" lang="en-US" altLang="ja-JP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khó</a:t>
            </a:r>
            <a:r>
              <a:rPr kumimoji="0" lang="en-US" altLang="ja-JP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) </a:t>
            </a:r>
            <a:r>
              <a:rPr kumimoji="0" lang="en-US" altLang="ja-JP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và</a:t>
            </a:r>
            <a:r>
              <a:rPr kumimoji="0" lang="en-US" altLang="ja-JP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 </a:t>
            </a:r>
            <a:r>
              <a:rPr kumimoji="0" lang="en-US" altLang="ja-JP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gửi</a:t>
            </a:r>
            <a:r>
              <a:rPr kumimoji="0" lang="en-US" altLang="ja-JP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 </a:t>
            </a:r>
            <a:r>
              <a:rPr kumimoji="0" lang="en-US" altLang="ja-JP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chúng</a:t>
            </a:r>
            <a:r>
              <a:rPr kumimoji="0" lang="en-US" altLang="ja-JP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 </a:t>
            </a:r>
            <a:r>
              <a:rPr kumimoji="0" lang="en-US" altLang="ja-JP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đến</a:t>
            </a:r>
            <a:r>
              <a:rPr kumimoji="0" lang="en-US" altLang="ja-JP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 </a:t>
            </a:r>
            <a:r>
              <a:rPr kumimoji="0" lang="en-US" altLang="ja-JP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máy</a:t>
            </a:r>
            <a:r>
              <a:rPr kumimoji="0" lang="en-US" altLang="ja-JP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 </a:t>
            </a:r>
            <a:r>
              <a:rPr kumimoji="0" lang="en-US" altLang="ja-JP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chủ</a:t>
            </a:r>
            <a:r>
              <a:rPr kumimoji="0" lang="en-US" altLang="ja-JP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 Flask </a:t>
            </a:r>
            <a:r>
              <a:rPr kumimoji="0" lang="en-US" altLang="ja-JP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tại</a:t>
            </a:r>
            <a:r>
              <a:rPr kumimoji="0" lang="en-US" altLang="ja-JP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 </a:t>
            </a:r>
            <a:r>
              <a:rPr kumimoji="0" lang="en-US" altLang="ja-JP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địa</a:t>
            </a:r>
            <a:r>
              <a:rPr kumimoji="0" lang="en-US" altLang="ja-JP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 </a:t>
            </a:r>
            <a:r>
              <a:rPr kumimoji="0" lang="en-US" altLang="ja-JP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chỉ</a:t>
            </a:r>
            <a:r>
              <a:rPr kumimoji="0" lang="en-US" altLang="ja-JP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 </a:t>
            </a:r>
            <a:r>
              <a:rPr kumimoji="0" lang="en-US" altLang="ja-JP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  <a:ea typeface="Consolas" panose="020B0609020204030204" pitchFamily="49" charset="0"/>
                <a:cs typeface="Consolas" panose="020B0609020204030204" pitchFamily="49" charset="0"/>
              </a:rPr>
              <a:t>/start</a:t>
            </a:r>
            <a:r>
              <a:rPr kumimoji="0" lang="en-US" altLang="ja-JP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.</a:t>
            </a:r>
            <a:endParaRPr kumimoji="0" lang="en-US" altLang="ja-JP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ja-JP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4" name="Rectangle 27">
            <a:extLst>
              <a:ext uri="{FF2B5EF4-FFF2-40B4-BE49-F238E27FC236}">
                <a16:creationId xmlns:a16="http://schemas.microsoft.com/office/drawing/2014/main" id="{B63B03B2-5937-72D6-FB31-30143B6BCD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52613" y="5350064"/>
            <a:ext cx="5835535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ja-JP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Flask </a:t>
            </a:r>
            <a:r>
              <a:rPr kumimoji="0" lang="en-US" altLang="ja-JP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nhận</a:t>
            </a:r>
            <a:r>
              <a:rPr kumimoji="0" lang="en-US" altLang="ja-JP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 </a:t>
            </a:r>
            <a:r>
              <a:rPr kumimoji="0" lang="en-US" altLang="ja-JP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các</a:t>
            </a:r>
            <a:r>
              <a:rPr kumimoji="0" lang="en-US" altLang="ja-JP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 </a:t>
            </a:r>
            <a:r>
              <a:rPr kumimoji="0" lang="en-US" altLang="ja-JP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cài</a:t>
            </a:r>
            <a:r>
              <a:rPr kumimoji="0" lang="en-US" altLang="ja-JP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 </a:t>
            </a:r>
            <a:r>
              <a:rPr kumimoji="0" lang="en-US" altLang="ja-JP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đặt</a:t>
            </a:r>
            <a:r>
              <a:rPr kumimoji="0" lang="en-US" altLang="ja-JP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 </a:t>
            </a:r>
            <a:r>
              <a:rPr kumimoji="0" lang="en-US" altLang="ja-JP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này</a:t>
            </a:r>
            <a:r>
              <a:rPr kumimoji="0" lang="en-US" altLang="ja-JP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, </a:t>
            </a:r>
            <a:r>
              <a:rPr kumimoji="0" lang="en-US" altLang="ja-JP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nó</a:t>
            </a:r>
            <a:r>
              <a:rPr kumimoji="0" lang="en-US" altLang="ja-JP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 </a:t>
            </a:r>
            <a:r>
              <a:rPr kumimoji="0" lang="en-US" altLang="ja-JP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liền</a:t>
            </a:r>
            <a:r>
              <a:rPr kumimoji="0" lang="en-US" altLang="ja-JP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 </a:t>
            </a:r>
            <a:r>
              <a:rPr kumimoji="0" lang="en-US" altLang="ja-JP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tạo</a:t>
            </a:r>
            <a:r>
              <a:rPr kumimoji="0" lang="en-US" altLang="ja-JP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 </a:t>
            </a:r>
            <a:r>
              <a:rPr kumimoji="0" lang="en-US" altLang="ja-JP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ra</a:t>
            </a:r>
            <a:r>
              <a:rPr kumimoji="0" lang="en-US" altLang="ja-JP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 </a:t>
            </a:r>
            <a:r>
              <a:rPr kumimoji="0" lang="en-US" altLang="ja-JP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một</a:t>
            </a:r>
            <a:r>
              <a:rPr kumimoji="0" lang="en-US" altLang="ja-JP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 </a:t>
            </a:r>
            <a:r>
              <a:rPr kumimoji="0" lang="en-US" altLang="ja-JP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ván</a:t>
            </a:r>
            <a:r>
              <a:rPr kumimoji="0" lang="en-US" altLang="ja-JP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 </a:t>
            </a:r>
            <a:r>
              <a:rPr kumimoji="0" lang="en-US" altLang="ja-JP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cờ</a:t>
            </a:r>
            <a:r>
              <a:rPr kumimoji="0" lang="en-US" altLang="ja-JP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 </a:t>
            </a:r>
            <a:r>
              <a:rPr kumimoji="0" lang="en-US" altLang="ja-JP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mới</a:t>
            </a:r>
            <a:r>
              <a:rPr kumimoji="0" lang="en-US" altLang="ja-JP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 (</a:t>
            </a:r>
            <a:r>
              <a:rPr kumimoji="0" lang="en-US" altLang="ja-JP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sử</a:t>
            </a:r>
            <a:r>
              <a:rPr kumimoji="0" lang="en-US" altLang="ja-JP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 </a:t>
            </a:r>
            <a:r>
              <a:rPr kumimoji="0" lang="en-US" altLang="ja-JP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dụng</a:t>
            </a:r>
            <a:r>
              <a:rPr kumimoji="0" lang="en-US" altLang="ja-JP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 </a:t>
            </a:r>
            <a:r>
              <a:rPr kumimoji="0" lang="en-US" altLang="ja-JP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  <a:ea typeface="Consolas" panose="020B0609020204030204" pitchFamily="49" charset="0"/>
                <a:cs typeface="Consolas" panose="020B0609020204030204" pitchFamily="49" charset="0"/>
              </a:rPr>
              <a:t>game_logic.py</a:t>
            </a:r>
            <a:r>
              <a:rPr kumimoji="0" lang="en-US" altLang="ja-JP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).</a:t>
            </a:r>
            <a:endParaRPr kumimoji="0" lang="en-US" altLang="ja-JP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25" name="Rectangle 28">
            <a:extLst>
              <a:ext uri="{FF2B5EF4-FFF2-40B4-BE49-F238E27FC236}">
                <a16:creationId xmlns:a16="http://schemas.microsoft.com/office/drawing/2014/main" id="{4AC31349-2F78-555A-A768-0AEDAED084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66530" y="5993356"/>
            <a:ext cx="5803961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ja-JP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Nó</a:t>
            </a:r>
            <a:r>
              <a:rPr kumimoji="0" lang="en-US" altLang="ja-JP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 </a:t>
            </a:r>
            <a:r>
              <a:rPr kumimoji="0" lang="en-US" altLang="ja-JP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lưu</a:t>
            </a:r>
            <a:r>
              <a:rPr kumimoji="0" lang="en-US" altLang="ja-JP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 </a:t>
            </a:r>
            <a:r>
              <a:rPr kumimoji="0" lang="en-US" altLang="ja-JP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ván</a:t>
            </a:r>
            <a:r>
              <a:rPr kumimoji="0" lang="en-US" altLang="ja-JP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 </a:t>
            </a:r>
            <a:r>
              <a:rPr kumimoji="0" lang="en-US" altLang="ja-JP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cờ</a:t>
            </a:r>
            <a:r>
              <a:rPr kumimoji="0" lang="en-US" altLang="ja-JP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 </a:t>
            </a:r>
            <a:r>
              <a:rPr kumimoji="0" lang="en-US" altLang="ja-JP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mới</a:t>
            </a:r>
            <a:r>
              <a:rPr kumimoji="0" lang="en-US" altLang="ja-JP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 </a:t>
            </a:r>
            <a:r>
              <a:rPr kumimoji="0" lang="en-US" altLang="ja-JP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này</a:t>
            </a:r>
            <a:r>
              <a:rPr kumimoji="0" lang="en-US" altLang="ja-JP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 </a:t>
            </a:r>
            <a:r>
              <a:rPr kumimoji="0" lang="en-US" altLang="ja-JP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vào</a:t>
            </a:r>
            <a:r>
              <a:rPr kumimoji="0" lang="en-US" altLang="ja-JP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 </a:t>
            </a:r>
            <a:r>
              <a:rPr kumimoji="0" lang="en-US" altLang="ja-JP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bộ</a:t>
            </a:r>
            <a:r>
              <a:rPr kumimoji="0" lang="en-US" altLang="ja-JP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 </a:t>
            </a:r>
            <a:r>
              <a:rPr kumimoji="0" lang="en-US" altLang="ja-JP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nhớ</a:t>
            </a:r>
            <a:r>
              <a:rPr kumimoji="0" lang="en-US" altLang="ja-JP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 </a:t>
            </a:r>
            <a:r>
              <a:rPr kumimoji="0" lang="en-US" altLang="ja-JP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tạm</a:t>
            </a:r>
            <a:r>
              <a:rPr kumimoji="0" lang="en-US" altLang="ja-JP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 (session) </a:t>
            </a:r>
            <a:r>
              <a:rPr kumimoji="0" lang="en-US" altLang="ja-JP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bằng</a:t>
            </a:r>
            <a:r>
              <a:rPr kumimoji="0" lang="en-US" altLang="ja-JP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 </a:t>
            </a:r>
            <a:r>
              <a:rPr kumimoji="0" lang="en-US" altLang="ja-JP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hàm</a:t>
            </a:r>
            <a:r>
              <a:rPr kumimoji="0" lang="en-US" altLang="ja-JP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 </a:t>
            </a:r>
            <a:r>
              <a:rPr kumimoji="0" lang="en-US" altLang="ja-JP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  <a:ea typeface="Consolas" panose="020B0609020204030204" pitchFamily="49" charset="0"/>
                <a:cs typeface="Consolas" panose="020B0609020204030204" pitchFamily="49" charset="0"/>
              </a:rPr>
              <a:t>save_game_to_session</a:t>
            </a:r>
            <a:r>
              <a:rPr kumimoji="0" lang="en-US" altLang="ja-JP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  <a:ea typeface="Consolas" panose="020B0609020204030204" pitchFamily="49" charset="0"/>
                <a:cs typeface="Consolas" panose="020B0609020204030204" pitchFamily="49" charset="0"/>
              </a:rPr>
              <a:t>()</a:t>
            </a:r>
            <a:r>
              <a:rPr kumimoji="0" lang="en-US" altLang="ja-JP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.</a:t>
            </a:r>
            <a:endParaRPr kumimoji="0" lang="en-US" altLang="ja-JP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26" name="Rectangle 29">
            <a:extLst>
              <a:ext uri="{FF2B5EF4-FFF2-40B4-BE49-F238E27FC236}">
                <a16:creationId xmlns:a16="http://schemas.microsoft.com/office/drawing/2014/main" id="{FAFA6FC0-0C52-BA53-8DF3-6288AE8E45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6705" y="6270999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ja-JP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Cuối cùng, nó gửi lại cho trình duyệt một bàn cờ trống để bắt đầu chơi.</a:t>
            </a:r>
            <a:endParaRPr kumimoji="0" lang="en-US" altLang="ja-JP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8200418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E229041-F18A-98D6-378E-C2682B3A4E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9440A-2DED-3643-ADED-9B5C83E7D828}" type="slidenum">
              <a:rPr lang="x-none" smtClean="0"/>
              <a:pPr/>
              <a:t>22</a:t>
            </a:fld>
            <a:endParaRPr lang="x-none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39C3E0B-2BFB-E7A0-5BCE-43A6ED3D64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8934" y="1288474"/>
            <a:ext cx="7923463" cy="4682976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586FE050-7527-D1BE-FCA6-507EE17F2A2C}"/>
              </a:ext>
            </a:extLst>
          </p:cNvPr>
          <p:cNvSpPr txBox="1"/>
          <p:nvPr/>
        </p:nvSpPr>
        <p:spPr>
          <a:xfrm>
            <a:off x="124691" y="919142"/>
            <a:ext cx="16498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Giao </a:t>
            </a:r>
            <a:r>
              <a:rPr lang="en-US" dirty="0" err="1"/>
              <a:t>diện</a:t>
            </a:r>
            <a:r>
              <a:rPr lang="en-US" dirty="0"/>
              <a:t> </a:t>
            </a:r>
            <a:r>
              <a:rPr lang="en-US" dirty="0" err="1"/>
              <a:t>chính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853453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36CE2D-2E4C-8CFF-6EBB-657AB9A822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E729EFD-89EE-7BE4-F1C2-8441D1C3AF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9440A-2DED-3643-ADED-9B5C83E7D828}" type="slidenum">
              <a:rPr lang="x-none" smtClean="0"/>
              <a:pPr/>
              <a:t>23</a:t>
            </a:fld>
            <a:endParaRPr lang="x-none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1A2DEA7-F4A3-10CC-66DB-734A4B4F9D5C}"/>
              </a:ext>
            </a:extLst>
          </p:cNvPr>
          <p:cNvSpPr txBox="1"/>
          <p:nvPr/>
        </p:nvSpPr>
        <p:spPr>
          <a:xfrm>
            <a:off x="124691" y="919142"/>
            <a:ext cx="16498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Giao </a:t>
            </a:r>
            <a:r>
              <a:rPr lang="en-US" dirty="0" err="1"/>
              <a:t>diện</a:t>
            </a:r>
            <a:r>
              <a:rPr lang="en-US" dirty="0"/>
              <a:t> </a:t>
            </a:r>
            <a:r>
              <a:rPr lang="en-US" dirty="0" err="1"/>
              <a:t>chính</a:t>
            </a:r>
            <a:endParaRPr lang="en-US" dirty="0"/>
          </a:p>
        </p:txBody>
      </p:sp>
      <p:pic>
        <p:nvPicPr>
          <p:cNvPr id="9218" name="Picture 2" descr="image">
            <a:extLst>
              <a:ext uri="{FF2B5EF4-FFF2-40B4-BE49-F238E27FC236}">
                <a16:creationId xmlns:a16="http://schemas.microsoft.com/office/drawing/2014/main" id="{2F17A57B-266D-6BD8-6598-12FB7D46A51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910" r="12318"/>
          <a:stretch>
            <a:fillRect/>
          </a:stretch>
        </p:blipFill>
        <p:spPr bwMode="auto">
          <a:xfrm>
            <a:off x="2294313" y="919142"/>
            <a:ext cx="7847215" cy="55802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7982124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D65DA0-5999-D9CC-1BCC-FD24C38819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5C2458-BBEF-7104-5D48-907BD0026E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9440A-2DED-3643-ADED-9B5C83E7D828}" type="slidenum">
              <a:rPr lang="x-none" smtClean="0"/>
              <a:pPr/>
              <a:t>24</a:t>
            </a:fld>
            <a:endParaRPr lang="x-none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102A4E6-C1AD-96DE-EF01-AAE83728A2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578" y="1915622"/>
            <a:ext cx="3405505" cy="315976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500175C-DE57-1C45-9CAA-047D051AB7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224" y="1915622"/>
            <a:ext cx="3594313" cy="3327082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B81CFB8-B529-69D9-EDB9-82E2755EF5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76722" y="1915622"/>
            <a:ext cx="3835400" cy="351409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8FA4956-04E8-A8BA-10B1-ED038CEA27B2}"/>
              </a:ext>
            </a:extLst>
          </p:cNvPr>
          <p:cNvSpPr txBox="1"/>
          <p:nvPr/>
        </p:nvSpPr>
        <p:spPr>
          <a:xfrm>
            <a:off x="1529542" y="1213658"/>
            <a:ext cx="182261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Giao </a:t>
            </a:r>
            <a:r>
              <a:rPr lang="en-US" dirty="0" err="1"/>
              <a:t>diện</a:t>
            </a:r>
            <a:r>
              <a:rPr lang="en-US" dirty="0"/>
              <a:t> </a:t>
            </a:r>
            <a:r>
              <a:rPr lang="en-US" dirty="0" err="1"/>
              <a:t>bàn</a:t>
            </a:r>
            <a:r>
              <a:rPr lang="en-US" dirty="0"/>
              <a:t> </a:t>
            </a:r>
            <a:r>
              <a:rPr lang="en-US" dirty="0" err="1"/>
              <a:t>cờ</a:t>
            </a:r>
            <a:r>
              <a:rPr lang="en-US" dirty="0"/>
              <a:t> </a:t>
            </a:r>
          </a:p>
          <a:p>
            <a:r>
              <a:rPr lang="en-US" dirty="0"/>
              <a:t>(</a:t>
            </a:r>
            <a:r>
              <a:rPr lang="en-US" dirty="0" err="1"/>
              <a:t>gỗ</a:t>
            </a:r>
            <a:r>
              <a:rPr lang="en-US" dirty="0"/>
              <a:t>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4034B47-4E33-CA03-EAAC-F5DA6F4CF47D}"/>
              </a:ext>
            </a:extLst>
          </p:cNvPr>
          <p:cNvSpPr txBox="1"/>
          <p:nvPr/>
        </p:nvSpPr>
        <p:spPr>
          <a:xfrm>
            <a:off x="5184692" y="1141614"/>
            <a:ext cx="182261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Giao </a:t>
            </a:r>
            <a:r>
              <a:rPr lang="en-US" dirty="0" err="1"/>
              <a:t>diện</a:t>
            </a:r>
            <a:r>
              <a:rPr lang="en-US" dirty="0"/>
              <a:t> </a:t>
            </a:r>
            <a:r>
              <a:rPr lang="en-US" dirty="0" err="1"/>
              <a:t>bàn</a:t>
            </a:r>
            <a:r>
              <a:rPr lang="en-US" dirty="0"/>
              <a:t> </a:t>
            </a:r>
            <a:r>
              <a:rPr lang="en-US" dirty="0" err="1"/>
              <a:t>cờ</a:t>
            </a:r>
            <a:r>
              <a:rPr lang="en-US" dirty="0"/>
              <a:t> </a:t>
            </a:r>
          </a:p>
          <a:p>
            <a:r>
              <a:rPr lang="en-US" dirty="0"/>
              <a:t>(</a:t>
            </a:r>
            <a:r>
              <a:rPr lang="en-US" dirty="0" err="1"/>
              <a:t>xanh</a:t>
            </a:r>
            <a:r>
              <a:rPr lang="en-US" dirty="0"/>
              <a:t> </a:t>
            </a:r>
            <a:r>
              <a:rPr lang="en-US" dirty="0" err="1"/>
              <a:t>mát</a:t>
            </a:r>
            <a:r>
              <a:rPr lang="en-US" dirty="0"/>
              <a:t> </a:t>
            </a:r>
            <a:r>
              <a:rPr lang="en-US" dirty="0" err="1"/>
              <a:t>mẻ</a:t>
            </a:r>
            <a:r>
              <a:rPr lang="en-US" dirty="0"/>
              <a:t>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7EEC7F9-BB48-C357-2732-E97A895332BB}"/>
              </a:ext>
            </a:extLst>
          </p:cNvPr>
          <p:cNvSpPr txBox="1"/>
          <p:nvPr/>
        </p:nvSpPr>
        <p:spPr>
          <a:xfrm>
            <a:off x="9183114" y="1095432"/>
            <a:ext cx="182261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Giao </a:t>
            </a:r>
            <a:r>
              <a:rPr lang="en-US" dirty="0" err="1"/>
              <a:t>diện</a:t>
            </a:r>
            <a:r>
              <a:rPr lang="en-US" dirty="0"/>
              <a:t> </a:t>
            </a:r>
            <a:r>
              <a:rPr lang="en-US" dirty="0" err="1"/>
              <a:t>bàn</a:t>
            </a:r>
            <a:r>
              <a:rPr lang="en-US" dirty="0"/>
              <a:t> </a:t>
            </a:r>
            <a:r>
              <a:rPr lang="en-US" dirty="0" err="1"/>
              <a:t>cờ</a:t>
            </a:r>
            <a:r>
              <a:rPr lang="en-US" dirty="0"/>
              <a:t> </a:t>
            </a:r>
          </a:p>
          <a:p>
            <a:r>
              <a:rPr lang="en-US" dirty="0"/>
              <a:t>(</a:t>
            </a:r>
            <a:r>
              <a:rPr lang="en-US" dirty="0" err="1"/>
              <a:t>Đen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81889028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722ED3-1F90-5089-6A3E-19C4D2CE7F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9440A-2DED-3643-ADED-9B5C83E7D828}" type="slidenum">
              <a:rPr lang="x-none" smtClean="0"/>
              <a:pPr/>
              <a:t>25</a:t>
            </a:fld>
            <a:endParaRPr lang="x-none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137CD8D-461C-F894-50AF-FB209CCFF2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6247" y="1537853"/>
            <a:ext cx="7655731" cy="430460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79BD758-9DEB-8460-AEA2-1117333F545B}"/>
              </a:ext>
            </a:extLst>
          </p:cNvPr>
          <p:cNvSpPr txBox="1"/>
          <p:nvPr/>
        </p:nvSpPr>
        <p:spPr>
          <a:xfrm>
            <a:off x="4330931" y="1155469"/>
            <a:ext cx="27467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Giao </a:t>
            </a:r>
            <a:r>
              <a:rPr lang="en-US" dirty="0" err="1"/>
              <a:t>diện</a:t>
            </a:r>
            <a:r>
              <a:rPr lang="en-US" dirty="0"/>
              <a:t> </a:t>
            </a:r>
            <a:r>
              <a:rPr lang="en-US" dirty="0" err="1"/>
              <a:t>khi</a:t>
            </a:r>
            <a:r>
              <a:rPr lang="en-US" dirty="0"/>
              <a:t> </a:t>
            </a:r>
            <a:r>
              <a:rPr lang="en-US" dirty="0" err="1"/>
              <a:t>máy</a:t>
            </a:r>
            <a:r>
              <a:rPr lang="en-US" dirty="0"/>
              <a:t>(O) </a:t>
            </a:r>
            <a:r>
              <a:rPr lang="en-US" dirty="0" err="1"/>
              <a:t>thắng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051660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4590DED-54CE-EA5F-0272-79AC3E6548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9440A-2DED-3643-ADED-9B5C83E7D828}" type="slidenum">
              <a:rPr lang="x-none" smtClean="0"/>
              <a:pPr/>
              <a:t>26</a:t>
            </a:fld>
            <a:endParaRPr lang="x-none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F269E07-46E2-1269-D952-A6C1BCE927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2534" y="1163522"/>
            <a:ext cx="6006932" cy="48967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603645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CCE05C1-4B99-E951-3559-016E6C39A2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9440A-2DED-3643-ADED-9B5C83E7D828}" type="slidenum">
              <a:rPr lang="x-none" smtClean="0"/>
              <a:pPr/>
              <a:t>27</a:t>
            </a:fld>
            <a:endParaRPr lang="x-none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54DA66B-F7EC-BA2C-A494-00A9C6E175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5098" y="955963"/>
            <a:ext cx="9181423" cy="448968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24FC4C8-7D19-7638-8DB3-BCE0F04DE522}"/>
              </a:ext>
            </a:extLst>
          </p:cNvPr>
          <p:cNvSpPr txBox="1"/>
          <p:nvPr/>
        </p:nvSpPr>
        <p:spPr>
          <a:xfrm>
            <a:off x="3838194" y="5532705"/>
            <a:ext cx="41152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Máy</a:t>
            </a:r>
            <a:r>
              <a:rPr lang="en-US" dirty="0"/>
              <a:t> (</a:t>
            </a:r>
            <a:r>
              <a:rPr lang="en-US" dirty="0" err="1"/>
              <a:t>chế</a:t>
            </a:r>
            <a:r>
              <a:rPr lang="en-US" dirty="0"/>
              <a:t> </a:t>
            </a:r>
            <a:r>
              <a:rPr lang="en-US" dirty="0" err="1"/>
              <a:t>độ</a:t>
            </a:r>
            <a:r>
              <a:rPr lang="en-US" dirty="0"/>
              <a:t> </a:t>
            </a:r>
            <a:r>
              <a:rPr lang="en-US" dirty="0" err="1"/>
              <a:t>thường</a:t>
            </a:r>
            <a:r>
              <a:rPr lang="en-US" dirty="0"/>
              <a:t>) vs </a:t>
            </a:r>
            <a:r>
              <a:rPr lang="en-US" dirty="0" err="1"/>
              <a:t>Máy</a:t>
            </a:r>
            <a:r>
              <a:rPr lang="en-US" dirty="0"/>
              <a:t> (</a:t>
            </a:r>
            <a:r>
              <a:rPr lang="en-US" dirty="0" err="1"/>
              <a:t>chế</a:t>
            </a:r>
            <a:r>
              <a:rPr lang="en-US" dirty="0"/>
              <a:t> </a:t>
            </a:r>
            <a:r>
              <a:rPr lang="en-US" dirty="0" err="1"/>
              <a:t>độ</a:t>
            </a:r>
            <a:r>
              <a:rPr lang="en-US" dirty="0"/>
              <a:t> </a:t>
            </a:r>
            <a:r>
              <a:rPr lang="en-US" dirty="0" err="1"/>
              <a:t>khó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2434193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03916DB-F3DB-2A15-A61C-1B47BA33FB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9440A-2DED-3643-ADED-9B5C83E7D828}" type="slidenum">
              <a:rPr lang="x-none" smtClean="0"/>
              <a:pPr/>
              <a:t>28</a:t>
            </a:fld>
            <a:endParaRPr lang="x-none"/>
          </a:p>
        </p:txBody>
      </p:sp>
      <p:pic>
        <p:nvPicPr>
          <p:cNvPr id="16386" name="Picture 2">
            <a:extLst>
              <a:ext uri="{FF2B5EF4-FFF2-40B4-BE49-F238E27FC236}">
                <a16:creationId xmlns:a16="http://schemas.microsoft.com/office/drawing/2014/main" id="{857490B1-E36F-4FA5-0272-9464176350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8945" y="808919"/>
            <a:ext cx="9891019" cy="57399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3892923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87E99CD-40CB-5011-D53E-F9BB8451BA2D}"/>
              </a:ext>
            </a:extLst>
          </p:cNvPr>
          <p:cNvSpPr txBox="1">
            <a:spLocks/>
          </p:cNvSpPr>
          <p:nvPr/>
        </p:nvSpPr>
        <p:spPr>
          <a:xfrm>
            <a:off x="1901255" y="2096852"/>
            <a:ext cx="8389490" cy="2664296"/>
          </a:xfrm>
          <a:prstGeom prst="rect">
            <a:avLst/>
          </a:prstGeom>
        </p:spPr>
        <p:txBody>
          <a:bodyPr lIns="360000" anchor="ctr">
            <a:noAutofit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sz="4800" b="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pPr algn="ctr"/>
            <a:r>
              <a:rPr lang="en-US" altLang="ko-KR" sz="4400" b="1">
                <a:solidFill>
                  <a:schemeClr val="bg1"/>
                </a:solidFill>
                <a:latin typeface="+mn-lt"/>
              </a:rPr>
              <a:t>XIN TRÂN TRỌNG CẢM ƠN!</a:t>
            </a:r>
            <a:endParaRPr lang="ko-KR" altLang="en-US" sz="4400" b="1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57A8EE7-B395-7528-7098-22783D4C8E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9440A-2DED-3643-ADED-9B5C83E7D828}" type="slidenum">
              <a:rPr lang="x-none" smtClean="0"/>
              <a:pPr/>
              <a:t>29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667706454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HUIT">
      <a:dk1>
        <a:srgbClr val="000000"/>
      </a:dk1>
      <a:lt1>
        <a:srgbClr val="FFFFFF"/>
      </a:lt1>
      <a:dk2>
        <a:srgbClr val="354253"/>
      </a:dk2>
      <a:lt2>
        <a:srgbClr val="E7E6E6"/>
      </a:lt2>
      <a:accent1>
        <a:srgbClr val="044F9E"/>
      </a:accent1>
      <a:accent2>
        <a:srgbClr val="2072B7"/>
      </a:accent2>
      <a:accent3>
        <a:srgbClr val="4CC4EB"/>
      </a:accent3>
      <a:accent4>
        <a:srgbClr val="E81F26"/>
      </a:accent4>
      <a:accent5>
        <a:srgbClr val="FEC01D"/>
      </a:accent5>
      <a:accent6>
        <a:srgbClr val="DBD014"/>
      </a:accent6>
      <a:hlink>
        <a:srgbClr val="2072B7"/>
      </a:hlink>
      <a:folHlink>
        <a:srgbClr val="044F9E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3515</TotalTime>
  <Words>2215</Words>
  <Application>Microsoft Office PowerPoint</Application>
  <PresentationFormat>Widescreen</PresentationFormat>
  <Paragraphs>177</Paragraphs>
  <Slides>30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6" baseType="lpstr">
      <vt:lpstr>Aptos</vt:lpstr>
      <vt:lpstr>Arial</vt:lpstr>
      <vt:lpstr>Calibri</vt:lpstr>
      <vt:lpstr>Myriad Pro</vt:lpstr>
      <vt:lpstr>Times New Roman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Nguyen Bao khoi</dc:creator>
  <cp:lastModifiedBy>Bao Khoi Nguyen</cp:lastModifiedBy>
  <cp:revision>885</cp:revision>
  <dcterms:created xsi:type="dcterms:W3CDTF">2023-11-06T07:10:59Z</dcterms:created>
  <dcterms:modified xsi:type="dcterms:W3CDTF">2025-11-05T02:30:02Z</dcterms:modified>
</cp:coreProperties>
</file>